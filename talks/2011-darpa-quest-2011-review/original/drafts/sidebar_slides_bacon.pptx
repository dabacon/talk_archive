
<file path=[Content_Types].xml><?xml version="1.0" encoding="utf-8"?>
<Types xmlns="http://schemas.openxmlformats.org/package/2006/content-types">
  <Override PartName="/ppt/slideLayouts/slideLayout21.xml" ContentType="application/vnd.openxmlformats-officedocument.presentationml.slideLayout+xml"/>
  <Override PartName="/ppt/slideLayouts/slideLayout18.xml" ContentType="application/vnd.openxmlformats-officedocument.presentationml.slideLayout+xml"/>
  <Override PartName="/ppt/slideLayouts/slideLayout1.xml" ContentType="application/vnd.openxmlformats-officedocument.presentationml.slideLayout+xml"/>
  <Default Extension="png" ContentType="image/png"/>
  <Default Extension="rels" ContentType="application/vnd.openxmlformats-package.relationships+xml"/>
  <Default Extension="jpeg" ContentType="image/jpeg"/>
  <Default Extension="xml" ContentType="application/xml"/>
  <Override PartName="/ppt/slideLayouts/slideLayout16.xml" ContentType="application/vnd.openxmlformats-officedocument.presentationml.slideLayout+xml"/>
  <Override PartName="/ppt/tableStyles.xml" ContentType="application/vnd.openxmlformats-officedocument.presentationml.tableStyles+xml"/>
  <Override PartName="/ppt/slideLayouts/slideLayout8.xml" ContentType="application/vnd.openxmlformats-officedocument.presentationml.slideLayout+xml"/>
  <Override PartName="/ppt/slideLayouts/slideLayout14.xml" ContentType="application/vnd.openxmlformats-officedocument.presentationml.slideLayout+xml"/>
  <Override PartName="/ppt/slideLayouts/slideLayout6.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s/slide3.xml" ContentType="application/vnd.openxmlformats-officedocument.presentationml.slide+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Default Extension="bin" ContentType="application/vnd.openxmlformats-officedocument.presentationml.printerSettings"/>
  <Override PartName="/ppt/slideLayouts/slideLayout17.xml" ContentType="application/vnd.openxmlformats-officedocument.presentationml.slideLayout+xml"/>
  <Override PartName="/ppt/slideLayouts/slideLayout2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ppt/slideLayouts/slideLayout15.xml" ContentType="application/vnd.openxmlformats-officedocument.presentationml.slideLayout+xml"/>
  <Override PartName="/ppt/presentation.xml" ContentType="application/vnd.openxmlformats-officedocument.presentationml.presentation.main+xml"/>
  <Override PartName="/ppt/handoutMasters/handoutMaster1.xml" ContentType="application/vnd.openxmlformats-officedocument.presentationml.handoutMaster+xml"/>
  <Override PartName="/ppt/slideLayouts/slideLayout7.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notesMasters/notesMaster1.xml" ContentType="application/vnd.openxmlformats-officedocument.presentationml.notesMaster+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s/slide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p:sldMasterIdLst>
    <p:sldMasterId id="2147483681" r:id="rId1"/>
  </p:sldMasterIdLst>
  <p:notesMasterIdLst>
    <p:notesMasterId r:id="rId5"/>
  </p:notesMasterIdLst>
  <p:handoutMasterIdLst>
    <p:handoutMasterId r:id="rId6"/>
  </p:handoutMasterIdLst>
  <p:sldIdLst>
    <p:sldId id="261" r:id="rId2"/>
    <p:sldId id="257" r:id="rId3"/>
    <p:sldId id="258" r:id="rId4"/>
  </p:sldIdLst>
  <p:sldSz cx="9144000" cy="6858000" type="screen4x3"/>
  <p:notesSz cx="6858000" cy="9144000"/>
  <p:defaultTextStyle>
    <a:defPPr>
      <a:defRPr lang="en-US"/>
    </a:defPPr>
    <a:lvl1pPr algn="l" rtl="0" fontAlgn="base">
      <a:spcBef>
        <a:spcPct val="0"/>
      </a:spcBef>
      <a:spcAft>
        <a:spcPct val="0"/>
      </a:spcAft>
      <a:defRPr sz="2400" kern="1200" baseline="-25000">
        <a:solidFill>
          <a:schemeClr val="tx1"/>
        </a:solidFill>
        <a:latin typeface="Arial" charset="0"/>
        <a:ea typeface="ＭＳ Ｐゴシック" charset="-128"/>
        <a:cs typeface="+mn-cs"/>
      </a:defRPr>
    </a:lvl1pPr>
    <a:lvl2pPr marL="457200" algn="l" rtl="0" fontAlgn="base">
      <a:spcBef>
        <a:spcPct val="0"/>
      </a:spcBef>
      <a:spcAft>
        <a:spcPct val="0"/>
      </a:spcAft>
      <a:defRPr sz="2400" kern="1200" baseline="-25000">
        <a:solidFill>
          <a:schemeClr val="tx1"/>
        </a:solidFill>
        <a:latin typeface="Arial" charset="0"/>
        <a:ea typeface="ＭＳ Ｐゴシック" charset="-128"/>
        <a:cs typeface="+mn-cs"/>
      </a:defRPr>
    </a:lvl2pPr>
    <a:lvl3pPr marL="914400" algn="l" rtl="0" fontAlgn="base">
      <a:spcBef>
        <a:spcPct val="0"/>
      </a:spcBef>
      <a:spcAft>
        <a:spcPct val="0"/>
      </a:spcAft>
      <a:defRPr sz="2400" kern="1200" baseline="-25000">
        <a:solidFill>
          <a:schemeClr val="tx1"/>
        </a:solidFill>
        <a:latin typeface="Arial" charset="0"/>
        <a:ea typeface="ＭＳ Ｐゴシック" charset="-128"/>
        <a:cs typeface="+mn-cs"/>
      </a:defRPr>
    </a:lvl3pPr>
    <a:lvl4pPr marL="1371600" algn="l" rtl="0" fontAlgn="base">
      <a:spcBef>
        <a:spcPct val="0"/>
      </a:spcBef>
      <a:spcAft>
        <a:spcPct val="0"/>
      </a:spcAft>
      <a:defRPr sz="2400" kern="1200" baseline="-25000">
        <a:solidFill>
          <a:schemeClr val="tx1"/>
        </a:solidFill>
        <a:latin typeface="Arial" charset="0"/>
        <a:ea typeface="ＭＳ Ｐゴシック" charset="-128"/>
        <a:cs typeface="+mn-cs"/>
      </a:defRPr>
    </a:lvl4pPr>
    <a:lvl5pPr marL="1828800" algn="l" rtl="0" fontAlgn="base">
      <a:spcBef>
        <a:spcPct val="0"/>
      </a:spcBef>
      <a:spcAft>
        <a:spcPct val="0"/>
      </a:spcAft>
      <a:defRPr sz="2400" kern="1200" baseline="-25000">
        <a:solidFill>
          <a:schemeClr val="tx1"/>
        </a:solidFill>
        <a:latin typeface="Arial" charset="0"/>
        <a:ea typeface="ＭＳ Ｐゴシック" charset="-128"/>
        <a:cs typeface="+mn-cs"/>
      </a:defRPr>
    </a:lvl5pPr>
    <a:lvl6pPr marL="2286000" algn="l" defTabSz="914400" rtl="0" eaLnBrk="1" latinLnBrk="0" hangingPunct="1">
      <a:defRPr sz="2400" kern="1200" baseline="-25000">
        <a:solidFill>
          <a:schemeClr val="tx1"/>
        </a:solidFill>
        <a:latin typeface="Arial" charset="0"/>
        <a:ea typeface="ＭＳ Ｐゴシック" charset="-128"/>
        <a:cs typeface="+mn-cs"/>
      </a:defRPr>
    </a:lvl6pPr>
    <a:lvl7pPr marL="2743200" algn="l" defTabSz="914400" rtl="0" eaLnBrk="1" latinLnBrk="0" hangingPunct="1">
      <a:defRPr sz="2400" kern="1200" baseline="-25000">
        <a:solidFill>
          <a:schemeClr val="tx1"/>
        </a:solidFill>
        <a:latin typeface="Arial" charset="0"/>
        <a:ea typeface="ＭＳ Ｐゴシック" charset="-128"/>
        <a:cs typeface="+mn-cs"/>
      </a:defRPr>
    </a:lvl7pPr>
    <a:lvl8pPr marL="3200400" algn="l" defTabSz="914400" rtl="0" eaLnBrk="1" latinLnBrk="0" hangingPunct="1">
      <a:defRPr sz="2400" kern="1200" baseline="-25000">
        <a:solidFill>
          <a:schemeClr val="tx1"/>
        </a:solidFill>
        <a:latin typeface="Arial" charset="0"/>
        <a:ea typeface="ＭＳ Ｐゴシック" charset="-128"/>
        <a:cs typeface="+mn-cs"/>
      </a:defRPr>
    </a:lvl8pPr>
    <a:lvl9pPr marL="3657600" algn="l" defTabSz="914400" rtl="0" eaLnBrk="1" latinLnBrk="0" hangingPunct="1">
      <a:defRPr sz="2400" kern="1200" baseline="-25000">
        <a:solidFill>
          <a:schemeClr val="tx1"/>
        </a:solidFill>
        <a:latin typeface="Arial" charset="0"/>
        <a:ea typeface="ＭＳ Ｐゴシック" charset="-128"/>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prnPr/>
  <p:clrMru>
    <a:srgbClr val="0F5E90"/>
    <a:srgbClr val="003378"/>
    <a:srgbClr val="000F78"/>
    <a:srgbClr val="EDEDED"/>
    <a:srgbClr val="4F81BD"/>
    <a:srgbClr val="144A9B"/>
    <a:srgbClr val="4A4A4A"/>
    <a:srgbClr val="131313"/>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lastView="sldThumbnailView">
  <p:normalViewPr>
    <p:restoredLeft sz="15620"/>
    <p:restoredTop sz="94660"/>
  </p:normalViewPr>
  <p:slideViewPr>
    <p:cSldViewPr>
      <p:cViewPr varScale="1">
        <p:scale>
          <a:sx n="109" d="100"/>
          <a:sy n="109" d="100"/>
        </p:scale>
        <p:origin x="-1176" y="-112"/>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0" y="0"/>
      </p:cViewPr>
      <p:guideLst/>
    </p:cSldViewPr>
  </p:notesViewPr>
  <p:gridSpacing cx="78028800" cy="780288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interSettings" Target="printerSettings/printerSettings1.bin"/><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5.png"/></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000" baseline="0">
                <a:solidFill>
                  <a:srgbClr val="A6A6A6"/>
                </a:solidFill>
                <a:latin typeface="Tahoma" charset="0"/>
              </a:defRPr>
            </a:lvl1pPr>
          </a:lstStyle>
          <a:p>
            <a:pPr>
              <a:defRPr/>
            </a:pPr>
            <a:fld id="{317EAD12-984E-43E0-9341-F227783E10D6}" type="datetime1">
              <a:rPr lang="en-US"/>
              <a:pPr>
                <a:defRPr/>
              </a:pPr>
              <a:t>3/23/11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000" baseline="0">
                <a:solidFill>
                  <a:srgbClr val="A6A6A6"/>
                </a:solidFill>
                <a:latin typeface="Tahoma"/>
                <a:ea typeface="ＭＳ Ｐゴシック" charset="-128"/>
                <a:cs typeface="ＭＳ Ｐゴシック" charset="-128"/>
              </a:defRPr>
            </a:lvl1pPr>
          </a:lstStyle>
          <a:p>
            <a:pPr>
              <a:defRPr/>
            </a:pPr>
            <a:r>
              <a:rPr lang="en-US"/>
              <a:t>Distribution Statement</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000" baseline="0">
                <a:solidFill>
                  <a:srgbClr val="A6A6A6"/>
                </a:solidFill>
                <a:latin typeface="Tahoma"/>
                <a:ea typeface="ＭＳ Ｐゴシック" charset="-128"/>
                <a:cs typeface="ＭＳ Ｐゴシック" charset="-128"/>
              </a:defRPr>
            </a:lvl1pPr>
          </a:lstStyle>
          <a:p>
            <a:pPr>
              <a:defRPr/>
            </a:pPr>
            <a:endParaRPr lang="en-US"/>
          </a:p>
        </p:txBody>
      </p:sp>
      <p:pic>
        <p:nvPicPr>
          <p:cNvPr id="37893" name="Picture 7" descr="0927_DARPALOGO_SCREEN_WHTLTRS3.png"/>
          <p:cNvPicPr>
            <a:picLocks noChangeAspect="1"/>
          </p:cNvPicPr>
          <p:nvPr/>
        </p:nvPicPr>
        <p:blipFill>
          <a:blip r:embed="rId2" cstate="print"/>
          <a:srcRect/>
          <a:stretch>
            <a:fillRect/>
          </a:stretch>
        </p:blipFill>
        <p:spPr bwMode="auto">
          <a:xfrm>
            <a:off x="304800" y="-76200"/>
            <a:ext cx="1327150" cy="9144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4.png"/></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000" baseline="0">
                <a:solidFill>
                  <a:srgbClr val="A6A6A6"/>
                </a:solidFill>
                <a:latin typeface="Tahoma" charset="0"/>
              </a:defRPr>
            </a:lvl1pPr>
          </a:lstStyle>
          <a:p>
            <a:pPr>
              <a:defRPr/>
            </a:pPr>
            <a:fld id="{0785B5D7-2A20-49BE-837D-3DA59E3E7B63}" type="datetime1">
              <a:rPr lang="en-US"/>
              <a:pPr>
                <a:defRPr/>
              </a:pPr>
              <a:t>3/23/11</a:t>
            </a:fld>
            <a:endParaRPr lang="en-US"/>
          </a:p>
        </p:txBody>
      </p:sp>
      <p:sp>
        <p:nvSpPr>
          <p:cNvPr id="4" name="Slide Image Placeholder 3"/>
          <p:cNvSpPr>
            <a:spLocks noGrp="1" noRot="1" noChangeAspect="1"/>
          </p:cNvSpPr>
          <p:nvPr>
            <p:ph type="sldImg" idx="2"/>
          </p:nvPr>
        </p:nvSpPr>
        <p:spPr>
          <a:xfrm>
            <a:off x="1143000" y="930275"/>
            <a:ext cx="4572000" cy="3429000"/>
          </a:xfrm>
          <a:prstGeom prst="rect">
            <a:avLst/>
          </a:prstGeom>
          <a:noFill/>
          <a:ln w="12700">
            <a:solidFill>
              <a:prstClr val="black"/>
            </a:solidFill>
          </a:ln>
        </p:spPr>
        <p:txBody>
          <a:bodyPr vert="horz" lIns="91440" tIns="45720" rIns="91440" bIns="45720" rtlCol="0" anchor="ctr"/>
          <a:lstStyle/>
          <a:p>
            <a:pPr lvl="0"/>
            <a:r>
              <a:rPr lang="en-US" noProof="0" dirty="0" smtClean="0"/>
              <a:t> </a:t>
            </a:r>
            <a:endParaRPr lang="en-US" noProof="0" dirty="0"/>
          </a:p>
        </p:txBody>
      </p:sp>
      <p:sp>
        <p:nvSpPr>
          <p:cNvPr id="5" name="Notes Placeholder 4"/>
          <p:cNvSpPr>
            <a:spLocks noGrp="1"/>
          </p:cNvSpPr>
          <p:nvPr>
            <p:ph type="body" sz="quarter" idx="3"/>
          </p:nvPr>
        </p:nvSpPr>
        <p:spPr>
          <a:xfrm>
            <a:off x="685800" y="4579938"/>
            <a:ext cx="5486400" cy="3883025"/>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000" baseline="0">
                <a:solidFill>
                  <a:srgbClr val="A6A6A6"/>
                </a:solidFill>
                <a:latin typeface="Tahoma"/>
                <a:ea typeface="ＭＳ Ｐゴシック" pitchFamily="-32" charset="-128"/>
                <a:cs typeface="+mn-cs"/>
              </a:defRPr>
            </a:lvl1pPr>
          </a:lstStyle>
          <a:p>
            <a:pPr>
              <a:defRPr/>
            </a:pPr>
            <a:r>
              <a:rPr lang="en-US"/>
              <a:t>Distribution Statement</a:t>
            </a: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000" baseline="0">
                <a:solidFill>
                  <a:srgbClr val="A6A6A6"/>
                </a:solidFill>
                <a:latin typeface="Tahoma" charset="0"/>
              </a:defRPr>
            </a:lvl1pPr>
          </a:lstStyle>
          <a:p>
            <a:pPr>
              <a:defRPr/>
            </a:pPr>
            <a:fld id="{3C5EBAC4-B1E9-4C48-BFD3-366E2EB80DDD}" type="slidenum">
              <a:rPr lang="en-US"/>
              <a:pPr>
                <a:defRPr/>
              </a:pPr>
              <a:t>‹#›</a:t>
            </a:fld>
            <a:endParaRPr lang="en-US"/>
          </a:p>
        </p:txBody>
      </p:sp>
      <p:pic>
        <p:nvPicPr>
          <p:cNvPr id="32775" name="Picture 7" descr="0927_DARPALOGO_SCREEN_WHTLTRS3.png"/>
          <p:cNvPicPr>
            <a:picLocks noChangeAspect="1"/>
          </p:cNvPicPr>
          <p:nvPr/>
        </p:nvPicPr>
        <p:blipFill>
          <a:blip r:embed="rId2"/>
          <a:srcRect/>
          <a:stretch>
            <a:fillRect/>
          </a:stretch>
        </p:blipFill>
        <p:spPr bwMode="auto">
          <a:xfrm>
            <a:off x="304800" y="-76200"/>
            <a:ext cx="1327150" cy="9144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Tahoma"/>
        <a:ea typeface="ＭＳ Ｐゴシック" pitchFamily="-32"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ahoma"/>
        <a:ea typeface="ＭＳ Ｐゴシック" pitchFamily="-32" charset="-128"/>
        <a:cs typeface="+mn-cs"/>
      </a:defRPr>
    </a:lvl2pPr>
    <a:lvl3pPr marL="914400" algn="l" rtl="0" eaLnBrk="0" fontAlgn="base" hangingPunct="0">
      <a:spcBef>
        <a:spcPct val="30000"/>
      </a:spcBef>
      <a:spcAft>
        <a:spcPct val="0"/>
      </a:spcAft>
      <a:defRPr sz="1200" kern="1200">
        <a:solidFill>
          <a:schemeClr val="tx1"/>
        </a:solidFill>
        <a:latin typeface="Tahoma"/>
        <a:ea typeface="ＭＳ Ｐゴシック" pitchFamily="-32" charset="-128"/>
        <a:cs typeface="+mn-cs"/>
      </a:defRPr>
    </a:lvl3pPr>
    <a:lvl4pPr marL="1371600" algn="l" rtl="0" eaLnBrk="0" fontAlgn="base" hangingPunct="0">
      <a:spcBef>
        <a:spcPct val="30000"/>
      </a:spcBef>
      <a:spcAft>
        <a:spcPct val="0"/>
      </a:spcAft>
      <a:defRPr sz="1200" kern="1200">
        <a:solidFill>
          <a:schemeClr val="tx1"/>
        </a:solidFill>
        <a:latin typeface="Tahoma"/>
        <a:ea typeface="ＭＳ Ｐゴシック" pitchFamily="-32" charset="-128"/>
        <a:cs typeface="+mn-cs"/>
      </a:defRPr>
    </a:lvl4pPr>
    <a:lvl5pPr marL="1828800" algn="l" rtl="0" eaLnBrk="0" fontAlgn="base" hangingPunct="0">
      <a:spcBef>
        <a:spcPct val="30000"/>
      </a:spcBef>
      <a:spcAft>
        <a:spcPct val="0"/>
      </a:spcAft>
      <a:defRPr sz="1200" kern="1200">
        <a:solidFill>
          <a:schemeClr val="tx1"/>
        </a:solidFill>
        <a:latin typeface="Tahoma"/>
        <a:ea typeface="ＭＳ Ｐゴシック" pitchFamily="-32"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1_Title Slide">
    <p:spTree>
      <p:nvGrpSpPr>
        <p:cNvPr id="1" name=""/>
        <p:cNvGrpSpPr/>
        <p:nvPr/>
      </p:nvGrpSpPr>
      <p:grpSpPr>
        <a:xfrm>
          <a:off x="0" y="0"/>
          <a:ext cx="0" cy="0"/>
          <a:chOff x="0" y="0"/>
          <a:chExt cx="0" cy="0"/>
        </a:xfrm>
      </p:grpSpPr>
      <p:cxnSp>
        <p:nvCxnSpPr>
          <p:cNvPr id="3" name="Straight Connector 7"/>
          <p:cNvCxnSpPr>
            <a:cxnSpLocks noChangeShapeType="1"/>
          </p:cNvCxnSpPr>
          <p:nvPr/>
        </p:nvCxnSpPr>
        <p:spPr bwMode="auto">
          <a:xfrm>
            <a:off x="381000" y="3200400"/>
            <a:ext cx="8382000" cy="1588"/>
          </a:xfrm>
          <a:prstGeom prst="line">
            <a:avLst/>
          </a:prstGeom>
          <a:noFill/>
          <a:ln w="22225">
            <a:solidFill>
              <a:srgbClr val="0F5E90"/>
            </a:solidFill>
            <a:round/>
            <a:headEnd/>
            <a:tailEnd/>
          </a:ln>
        </p:spPr>
      </p:cxnSp>
      <p:pic>
        <p:nvPicPr>
          <p:cNvPr id="4" name="Picture 7"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11" name="Title 1"/>
          <p:cNvSpPr>
            <a:spLocks noGrp="1"/>
          </p:cNvSpPr>
          <p:nvPr>
            <p:ph type="ctrTitle"/>
          </p:nvPr>
        </p:nvSpPr>
        <p:spPr>
          <a:xfrm>
            <a:off x="685800" y="2514600"/>
            <a:ext cx="7772400" cy="884080"/>
          </a:xfrm>
          <a:prstGeom prst="rect">
            <a:avLst/>
          </a:prstGeom>
        </p:spPr>
        <p:txBody>
          <a:bodyPr>
            <a:normAutofit/>
          </a:bodyPr>
          <a:lstStyle>
            <a:lvl1pPr algn="ctr">
              <a:defRPr sz="2200" b="0">
                <a:latin typeface="Tahoma" pitchFamily="34" charset="0"/>
                <a:cs typeface="Tahoma" pitchFamily="34" charset="0"/>
              </a:defRPr>
            </a:lvl1pPr>
          </a:lstStyle>
          <a:p>
            <a:r>
              <a:rPr lang="en-US" smtClean="0"/>
              <a:t>Click to edit Master title style</a:t>
            </a:r>
            <a:endParaRPr lang="en-US" dirty="0"/>
          </a:p>
        </p:txBody>
      </p:sp>
      <p:sp>
        <p:nvSpPr>
          <p:cNvPr id="5" name="Date Placeholder 8"/>
          <p:cNvSpPr>
            <a:spLocks noGrp="1"/>
          </p:cNvSpPr>
          <p:nvPr>
            <p:ph type="dt" sz="half" idx="10"/>
          </p:nvPr>
        </p:nvSpPr>
        <p:spPr/>
        <p:txBody>
          <a:bodyPr/>
          <a:lstStyle>
            <a:lvl1pPr>
              <a:defRPr/>
            </a:lvl1pPr>
          </a:lstStyle>
          <a:p>
            <a:pPr>
              <a:defRPr/>
            </a:pPr>
            <a:fld id="{DC842E1B-95C8-4841-AC63-6DA86FA1939F}" type="datetime1">
              <a:rPr lang="en-US"/>
              <a:pPr>
                <a:defRPr/>
              </a:pPr>
              <a:t>3/23/11</a:t>
            </a:fld>
            <a:endParaRPr lang="en-US"/>
          </a:p>
        </p:txBody>
      </p:sp>
      <p:sp>
        <p:nvSpPr>
          <p:cNvPr id="6" name="Slide Number Placeholder 9"/>
          <p:cNvSpPr>
            <a:spLocks noGrp="1"/>
          </p:cNvSpPr>
          <p:nvPr>
            <p:ph type="sldNum" sz="quarter" idx="11"/>
          </p:nvPr>
        </p:nvSpPr>
        <p:spPr/>
        <p:txBody>
          <a:bodyPr/>
          <a:lstStyle>
            <a:lvl1pPr>
              <a:defRPr/>
            </a:lvl1pPr>
          </a:lstStyle>
          <a:p>
            <a:pPr>
              <a:defRPr/>
            </a:pPr>
            <a:fld id="{C14A679B-BAD0-4C6A-BF51-43B451296509}" type="slidenum">
              <a:rPr lang="en-US"/>
              <a:pPr>
                <a:defRPr/>
              </a:pPr>
              <a:t>‹#›</a:t>
            </a:fld>
            <a:endParaRPr lang="en-US"/>
          </a:p>
        </p:txBody>
      </p:sp>
      <p:sp>
        <p:nvSpPr>
          <p:cNvPr id="7" name="Footer Placeholder 11"/>
          <p:cNvSpPr>
            <a:spLocks noGrp="1"/>
          </p:cNvSpPr>
          <p:nvPr>
            <p:ph type="ftr" sz="quarter" idx="12"/>
          </p:nvPr>
        </p:nvSpPr>
        <p:spPr/>
        <p:txBody>
          <a:bodyPr/>
          <a:lstStyle>
            <a:lvl1pPr>
              <a:defRPr/>
            </a:lvl1pPr>
          </a:lstStyle>
          <a:p>
            <a:pPr>
              <a:defRPr/>
            </a:pPr>
            <a:r>
              <a:rPr lang="en-US"/>
              <a:t>Distribution Statement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Title Slide">
    <p:spTree>
      <p:nvGrpSpPr>
        <p:cNvPr id="1" name=""/>
        <p:cNvGrpSpPr/>
        <p:nvPr/>
      </p:nvGrpSpPr>
      <p:grpSpPr>
        <a:xfrm>
          <a:off x="0" y="0"/>
          <a:ext cx="0" cy="0"/>
          <a:chOff x="0" y="0"/>
          <a:chExt cx="0" cy="0"/>
        </a:xfrm>
      </p:grpSpPr>
      <p:cxnSp>
        <p:nvCxnSpPr>
          <p:cNvPr id="4" name="Straight Connector 7"/>
          <p:cNvCxnSpPr>
            <a:cxnSpLocks noChangeShapeType="1"/>
          </p:cNvCxnSpPr>
          <p:nvPr/>
        </p:nvCxnSpPr>
        <p:spPr bwMode="auto">
          <a:xfrm>
            <a:off x="381000" y="3200400"/>
            <a:ext cx="8382000" cy="1588"/>
          </a:xfrm>
          <a:prstGeom prst="line">
            <a:avLst/>
          </a:prstGeom>
          <a:noFill/>
          <a:ln w="22225">
            <a:solidFill>
              <a:srgbClr val="0F5E90"/>
            </a:solidFill>
            <a:round/>
            <a:headEnd/>
            <a:tailEnd/>
          </a:ln>
        </p:spPr>
      </p:cxnSp>
      <p:pic>
        <p:nvPicPr>
          <p:cNvPr id="5" name="Picture 7"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3" name="Subtitle 2"/>
          <p:cNvSpPr>
            <a:spLocks noGrp="1"/>
          </p:cNvSpPr>
          <p:nvPr>
            <p:ph type="subTitle" idx="1"/>
          </p:nvPr>
        </p:nvSpPr>
        <p:spPr>
          <a:xfrm>
            <a:off x="685800" y="3352800"/>
            <a:ext cx="7772400" cy="4572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1" name="Title 1"/>
          <p:cNvSpPr>
            <a:spLocks noGrp="1"/>
          </p:cNvSpPr>
          <p:nvPr>
            <p:ph type="ctrTitle"/>
          </p:nvPr>
        </p:nvSpPr>
        <p:spPr>
          <a:xfrm>
            <a:off x="685800" y="2514600"/>
            <a:ext cx="7772400" cy="884080"/>
          </a:xfrm>
          <a:prstGeom prst="rect">
            <a:avLst/>
          </a:prstGeom>
        </p:spPr>
        <p:txBody>
          <a:bodyPr>
            <a:normAutofit/>
          </a:bodyPr>
          <a:lstStyle>
            <a:lvl1pPr algn="ctr">
              <a:defRPr sz="2200" b="0">
                <a:latin typeface="Tahoma" pitchFamily="34" charset="0"/>
                <a:cs typeface="Tahoma" pitchFamily="34" charset="0"/>
              </a:defRPr>
            </a:lvl1pPr>
          </a:lstStyle>
          <a:p>
            <a:r>
              <a:rPr lang="en-US" smtClean="0"/>
              <a:t>Click to edit Master title style</a:t>
            </a:r>
            <a:endParaRPr lang="en-US" dirty="0"/>
          </a:p>
        </p:txBody>
      </p:sp>
      <p:sp>
        <p:nvSpPr>
          <p:cNvPr id="6" name="Date Placeholder 11"/>
          <p:cNvSpPr>
            <a:spLocks noGrp="1"/>
          </p:cNvSpPr>
          <p:nvPr>
            <p:ph type="dt" sz="half" idx="10"/>
          </p:nvPr>
        </p:nvSpPr>
        <p:spPr/>
        <p:txBody>
          <a:bodyPr/>
          <a:lstStyle>
            <a:lvl1pPr>
              <a:defRPr/>
            </a:lvl1pPr>
          </a:lstStyle>
          <a:p>
            <a:pPr>
              <a:defRPr/>
            </a:pPr>
            <a:fld id="{59BB713C-5D91-4236-9A3E-E2AEFBD887CC}" type="datetime1">
              <a:rPr lang="en-US"/>
              <a:pPr>
                <a:defRPr/>
              </a:pPr>
              <a:t>3/23/11</a:t>
            </a:fld>
            <a:endParaRPr lang="en-US"/>
          </a:p>
        </p:txBody>
      </p:sp>
      <p:sp>
        <p:nvSpPr>
          <p:cNvPr id="7" name="Slide Number Placeholder 12"/>
          <p:cNvSpPr>
            <a:spLocks noGrp="1"/>
          </p:cNvSpPr>
          <p:nvPr>
            <p:ph type="sldNum" sz="quarter" idx="11"/>
          </p:nvPr>
        </p:nvSpPr>
        <p:spPr/>
        <p:txBody>
          <a:bodyPr/>
          <a:lstStyle>
            <a:lvl1pPr>
              <a:defRPr/>
            </a:lvl1pPr>
          </a:lstStyle>
          <a:p>
            <a:pPr>
              <a:defRPr/>
            </a:pPr>
            <a:fld id="{2DF58B00-0D14-4C1D-BC0E-C3BEC301C4D5}" type="slidenum">
              <a:rPr lang="en-US"/>
              <a:pPr>
                <a:defRPr/>
              </a:pPr>
              <a:t>‹#›</a:t>
            </a:fld>
            <a:endParaRPr lang="en-US"/>
          </a:p>
        </p:txBody>
      </p:sp>
      <p:sp>
        <p:nvSpPr>
          <p:cNvPr id="8" name="Footer Placeholder 13"/>
          <p:cNvSpPr>
            <a:spLocks noGrp="1"/>
          </p:cNvSpPr>
          <p:nvPr>
            <p:ph type="ftr" sz="quarter" idx="12"/>
          </p:nvPr>
        </p:nvSpPr>
        <p:spPr/>
        <p:txBody>
          <a:bodyPr/>
          <a:lstStyle>
            <a:lvl1pPr>
              <a:defRPr/>
            </a:lvl1pPr>
          </a:lstStyle>
          <a:p>
            <a:pPr>
              <a:defRPr/>
            </a:pPr>
            <a:r>
              <a:rPr lang="en-US"/>
              <a:t>Distribution Statement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cxnSp>
        <p:nvCxnSpPr>
          <p:cNvPr id="4" name="Straight Connector 7"/>
          <p:cNvCxnSpPr>
            <a:cxnSpLocks noChangeShapeType="1"/>
          </p:cNvCxnSpPr>
          <p:nvPr/>
        </p:nvCxnSpPr>
        <p:spPr bwMode="auto">
          <a:xfrm>
            <a:off x="381000" y="4343400"/>
            <a:ext cx="8382000" cy="1588"/>
          </a:xfrm>
          <a:prstGeom prst="line">
            <a:avLst/>
          </a:prstGeom>
          <a:noFill/>
          <a:ln w="22225">
            <a:solidFill>
              <a:srgbClr val="0F5E90"/>
            </a:solidFill>
            <a:round/>
            <a:headEnd/>
            <a:tailEnd/>
          </a:ln>
        </p:spPr>
      </p:cxnSp>
      <p:pic>
        <p:nvPicPr>
          <p:cNvPr id="5" name="Picture 7"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2" name="Title 1"/>
          <p:cNvSpPr>
            <a:spLocks noGrp="1"/>
          </p:cNvSpPr>
          <p:nvPr>
            <p:ph type="title"/>
          </p:nvPr>
        </p:nvSpPr>
        <p:spPr>
          <a:xfrm>
            <a:off x="722313" y="4406900"/>
            <a:ext cx="7772400" cy="1362075"/>
          </a:xfrm>
          <a:prstGeom prst="rect">
            <a:avLst/>
          </a:prstGeom>
        </p:spPr>
        <p:txBody>
          <a:bodyPr anchor="t">
            <a:normAutofit/>
          </a:bodyPr>
          <a:lstStyle>
            <a:lvl1pPr algn="l">
              <a:defRPr sz="24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743200"/>
            <a:ext cx="7772400" cy="1500187"/>
          </a:xfrm>
        </p:spPr>
        <p:txBody>
          <a:bodyPr anchor="b"/>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6" name="Date Placeholder 9"/>
          <p:cNvSpPr>
            <a:spLocks noGrp="1"/>
          </p:cNvSpPr>
          <p:nvPr>
            <p:ph type="dt" sz="half" idx="10"/>
          </p:nvPr>
        </p:nvSpPr>
        <p:spPr/>
        <p:txBody>
          <a:bodyPr/>
          <a:lstStyle>
            <a:lvl1pPr>
              <a:defRPr/>
            </a:lvl1pPr>
          </a:lstStyle>
          <a:p>
            <a:pPr>
              <a:defRPr/>
            </a:pPr>
            <a:fld id="{78AC9DA6-4931-401B-982C-D7A3BC6EA952}" type="datetime1">
              <a:rPr lang="en-US"/>
              <a:pPr>
                <a:defRPr/>
              </a:pPr>
              <a:t>3/23/11</a:t>
            </a:fld>
            <a:endParaRPr lang="en-US"/>
          </a:p>
        </p:txBody>
      </p:sp>
      <p:sp>
        <p:nvSpPr>
          <p:cNvPr id="7" name="Slide Number Placeholder 10"/>
          <p:cNvSpPr>
            <a:spLocks noGrp="1"/>
          </p:cNvSpPr>
          <p:nvPr>
            <p:ph type="sldNum" sz="quarter" idx="11"/>
          </p:nvPr>
        </p:nvSpPr>
        <p:spPr/>
        <p:txBody>
          <a:bodyPr/>
          <a:lstStyle>
            <a:lvl1pPr>
              <a:defRPr/>
            </a:lvl1pPr>
          </a:lstStyle>
          <a:p>
            <a:pPr>
              <a:defRPr/>
            </a:pPr>
            <a:fld id="{1F3C880D-FE18-4A84-A4F3-AD2328D485DE}" type="slidenum">
              <a:rPr lang="en-US"/>
              <a:pPr>
                <a:defRPr/>
              </a:pPr>
              <a:t>‹#›</a:t>
            </a:fld>
            <a:endParaRPr lang="en-US"/>
          </a:p>
        </p:txBody>
      </p:sp>
      <p:sp>
        <p:nvSpPr>
          <p:cNvPr id="8" name="Footer Placeholder 11"/>
          <p:cNvSpPr>
            <a:spLocks noGrp="1"/>
          </p:cNvSpPr>
          <p:nvPr>
            <p:ph type="ftr" sz="quarter" idx="12"/>
          </p:nvPr>
        </p:nvSpPr>
        <p:spPr/>
        <p:txBody>
          <a:bodyPr/>
          <a:lstStyle>
            <a:lvl1pPr>
              <a:defRPr/>
            </a:lvl1pPr>
          </a:lstStyle>
          <a:p>
            <a:pPr>
              <a:defRPr/>
            </a:pPr>
            <a:r>
              <a:rPr lang="en-US"/>
              <a:t>Distribution Statement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Title and Content">
    <p:spTree>
      <p:nvGrpSpPr>
        <p:cNvPr id="1" name=""/>
        <p:cNvGrpSpPr/>
        <p:nvPr/>
      </p:nvGrpSpPr>
      <p:grpSpPr>
        <a:xfrm>
          <a:off x="0" y="0"/>
          <a:ext cx="0" cy="0"/>
          <a:chOff x="0" y="0"/>
          <a:chExt cx="0" cy="0"/>
        </a:xfrm>
      </p:grpSpPr>
      <p:cxnSp>
        <p:nvCxnSpPr>
          <p:cNvPr id="4" name="Straight Connector 7"/>
          <p:cNvCxnSpPr>
            <a:cxnSpLocks noChangeShapeType="1"/>
          </p:cNvCxnSpPr>
          <p:nvPr/>
        </p:nvCxnSpPr>
        <p:spPr bwMode="auto">
          <a:xfrm>
            <a:off x="381000" y="836613"/>
            <a:ext cx="8382000" cy="1587"/>
          </a:xfrm>
          <a:prstGeom prst="line">
            <a:avLst/>
          </a:prstGeom>
          <a:noFill/>
          <a:ln w="22225">
            <a:solidFill>
              <a:srgbClr val="0F5E90"/>
            </a:solidFill>
            <a:round/>
            <a:headEnd/>
            <a:tailEnd/>
          </a:ln>
        </p:spPr>
      </p:cxnSp>
      <p:pic>
        <p:nvPicPr>
          <p:cNvPr id="5" name="Picture 7"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3" name="Content Placeholder 2"/>
          <p:cNvSpPr>
            <a:spLocks noGrp="1"/>
          </p:cNvSpPr>
          <p:nvPr>
            <p:ph idx="1"/>
          </p:nvPr>
        </p:nvSpPr>
        <p:spPr>
          <a:xfrm>
            <a:off x="381000" y="990600"/>
            <a:ext cx="8382000" cy="5029200"/>
          </a:xfrm>
        </p:spPr>
        <p:txBody>
          <a:bodyPr/>
          <a:lstStyle>
            <a:lvl2pPr>
              <a:defRPr sz="1600"/>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4" name="Title Placeholder 9"/>
          <p:cNvSpPr>
            <a:spLocks noGrp="1"/>
          </p:cNvSpPr>
          <p:nvPr>
            <p:ph type="title"/>
          </p:nvPr>
        </p:nvSpPr>
        <p:spPr>
          <a:xfrm>
            <a:off x="1600200" y="152400"/>
            <a:ext cx="7162800" cy="609600"/>
          </a:xfrm>
          <a:prstGeom prst="rect">
            <a:avLst/>
          </a:prstGeom>
        </p:spPr>
        <p:txBody>
          <a:bodyPr rtlCol="0">
            <a:normAutofit/>
          </a:bodyPr>
          <a:lstStyle/>
          <a:p>
            <a:r>
              <a:rPr lang="en-US" smtClean="0"/>
              <a:t>Click to edit Master title style</a:t>
            </a:r>
            <a:endParaRPr lang="en-US" dirty="0"/>
          </a:p>
        </p:txBody>
      </p:sp>
      <p:sp>
        <p:nvSpPr>
          <p:cNvPr id="6" name="Date Placeholder 9"/>
          <p:cNvSpPr>
            <a:spLocks noGrp="1"/>
          </p:cNvSpPr>
          <p:nvPr>
            <p:ph type="dt" sz="half" idx="10"/>
          </p:nvPr>
        </p:nvSpPr>
        <p:spPr/>
        <p:txBody>
          <a:bodyPr/>
          <a:lstStyle>
            <a:lvl1pPr>
              <a:defRPr/>
            </a:lvl1pPr>
          </a:lstStyle>
          <a:p>
            <a:pPr>
              <a:defRPr/>
            </a:pPr>
            <a:fld id="{2B952CA8-6027-4EB6-9D26-612F60A796A7}" type="datetime1">
              <a:rPr lang="en-US"/>
              <a:pPr>
                <a:defRPr/>
              </a:pPr>
              <a:t>3/23/11</a:t>
            </a:fld>
            <a:endParaRPr lang="en-US"/>
          </a:p>
        </p:txBody>
      </p:sp>
      <p:sp>
        <p:nvSpPr>
          <p:cNvPr id="7" name="Slide Number Placeholder 10"/>
          <p:cNvSpPr>
            <a:spLocks noGrp="1"/>
          </p:cNvSpPr>
          <p:nvPr>
            <p:ph type="sldNum" sz="quarter" idx="11"/>
          </p:nvPr>
        </p:nvSpPr>
        <p:spPr/>
        <p:txBody>
          <a:bodyPr/>
          <a:lstStyle>
            <a:lvl1pPr>
              <a:defRPr/>
            </a:lvl1pPr>
          </a:lstStyle>
          <a:p>
            <a:pPr>
              <a:defRPr/>
            </a:pPr>
            <a:fld id="{AC768325-08E2-4B61-B819-6B705C98138E}" type="slidenum">
              <a:rPr lang="en-US"/>
              <a:pPr>
                <a:defRPr/>
              </a:pPr>
              <a:t>‹#›</a:t>
            </a:fld>
            <a:endParaRPr lang="en-US"/>
          </a:p>
        </p:txBody>
      </p:sp>
      <p:sp>
        <p:nvSpPr>
          <p:cNvPr id="8" name="Footer Placeholder 11"/>
          <p:cNvSpPr>
            <a:spLocks noGrp="1"/>
          </p:cNvSpPr>
          <p:nvPr>
            <p:ph type="ftr" sz="quarter" idx="12"/>
          </p:nvPr>
        </p:nvSpPr>
        <p:spPr/>
        <p:txBody>
          <a:bodyPr/>
          <a:lstStyle>
            <a:lvl1pPr>
              <a:defRPr/>
            </a:lvl1pPr>
          </a:lstStyle>
          <a:p>
            <a:pPr>
              <a:defRPr/>
            </a:pPr>
            <a:r>
              <a:rPr lang="en-US"/>
              <a:t>Distribution Statement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Title Only">
    <p:spTree>
      <p:nvGrpSpPr>
        <p:cNvPr id="1" name=""/>
        <p:cNvGrpSpPr/>
        <p:nvPr/>
      </p:nvGrpSpPr>
      <p:grpSpPr>
        <a:xfrm>
          <a:off x="0" y="0"/>
          <a:ext cx="0" cy="0"/>
          <a:chOff x="0" y="0"/>
          <a:chExt cx="0" cy="0"/>
        </a:xfrm>
      </p:grpSpPr>
      <p:cxnSp>
        <p:nvCxnSpPr>
          <p:cNvPr id="3" name="Straight Connector 7"/>
          <p:cNvCxnSpPr>
            <a:cxnSpLocks noChangeShapeType="1"/>
          </p:cNvCxnSpPr>
          <p:nvPr/>
        </p:nvCxnSpPr>
        <p:spPr bwMode="auto">
          <a:xfrm>
            <a:off x="381000" y="836613"/>
            <a:ext cx="8382000" cy="1587"/>
          </a:xfrm>
          <a:prstGeom prst="line">
            <a:avLst/>
          </a:prstGeom>
          <a:noFill/>
          <a:ln w="22225">
            <a:solidFill>
              <a:srgbClr val="0F5E90"/>
            </a:solidFill>
            <a:round/>
            <a:headEnd/>
            <a:tailEnd/>
          </a:ln>
        </p:spPr>
      </p:cxnSp>
      <p:pic>
        <p:nvPicPr>
          <p:cNvPr id="4" name="Picture 7"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7" name="Title 6"/>
          <p:cNvSpPr>
            <a:spLocks noGrp="1"/>
          </p:cNvSpPr>
          <p:nvPr>
            <p:ph type="title"/>
          </p:nvPr>
        </p:nvSpPr>
        <p:spPr/>
        <p:txBody>
          <a:bodyPr/>
          <a:lstStyle/>
          <a:p>
            <a:r>
              <a:rPr lang="en-US" smtClean="0"/>
              <a:t>Click to edit Master title style</a:t>
            </a:r>
            <a:endParaRPr lang="en-US" dirty="0"/>
          </a:p>
        </p:txBody>
      </p:sp>
      <p:sp>
        <p:nvSpPr>
          <p:cNvPr id="5" name="Date Placeholder 9"/>
          <p:cNvSpPr>
            <a:spLocks noGrp="1"/>
          </p:cNvSpPr>
          <p:nvPr>
            <p:ph type="dt" sz="half" idx="10"/>
          </p:nvPr>
        </p:nvSpPr>
        <p:spPr/>
        <p:txBody>
          <a:bodyPr/>
          <a:lstStyle>
            <a:lvl1pPr>
              <a:defRPr/>
            </a:lvl1pPr>
          </a:lstStyle>
          <a:p>
            <a:pPr>
              <a:defRPr/>
            </a:pPr>
            <a:fld id="{1CAB4B95-546F-4320-AEF7-61586FA50E8D}" type="datetime1">
              <a:rPr lang="en-US"/>
              <a:pPr>
                <a:defRPr/>
              </a:pPr>
              <a:t>3/23/11</a:t>
            </a:fld>
            <a:endParaRPr lang="en-US"/>
          </a:p>
        </p:txBody>
      </p:sp>
      <p:sp>
        <p:nvSpPr>
          <p:cNvPr id="6" name="Slide Number Placeholder 10"/>
          <p:cNvSpPr>
            <a:spLocks noGrp="1"/>
          </p:cNvSpPr>
          <p:nvPr>
            <p:ph type="sldNum" sz="quarter" idx="11"/>
          </p:nvPr>
        </p:nvSpPr>
        <p:spPr/>
        <p:txBody>
          <a:bodyPr/>
          <a:lstStyle>
            <a:lvl1pPr>
              <a:defRPr/>
            </a:lvl1pPr>
          </a:lstStyle>
          <a:p>
            <a:pPr>
              <a:defRPr/>
            </a:pPr>
            <a:fld id="{9BAD65F6-2C4A-493D-B390-3F8397D83F69}" type="slidenum">
              <a:rPr lang="en-US"/>
              <a:pPr>
                <a:defRPr/>
              </a:pPr>
              <a:t>‹#›</a:t>
            </a:fld>
            <a:endParaRPr lang="en-US"/>
          </a:p>
        </p:txBody>
      </p:sp>
      <p:sp>
        <p:nvSpPr>
          <p:cNvPr id="8" name="Footer Placeholder 11"/>
          <p:cNvSpPr>
            <a:spLocks noGrp="1"/>
          </p:cNvSpPr>
          <p:nvPr>
            <p:ph type="ftr" sz="quarter" idx="12"/>
          </p:nvPr>
        </p:nvSpPr>
        <p:spPr/>
        <p:txBody>
          <a:bodyPr/>
          <a:lstStyle>
            <a:lvl1pPr>
              <a:defRPr/>
            </a:lvl1pPr>
          </a:lstStyle>
          <a:p>
            <a:pPr>
              <a:defRPr/>
            </a:pPr>
            <a:r>
              <a:rPr lang="en-US"/>
              <a:t>Distribution Statement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1_Title Only">
    <p:spTree>
      <p:nvGrpSpPr>
        <p:cNvPr id="1" name=""/>
        <p:cNvGrpSpPr/>
        <p:nvPr/>
      </p:nvGrpSpPr>
      <p:grpSpPr>
        <a:xfrm>
          <a:off x="0" y="0"/>
          <a:ext cx="0" cy="0"/>
          <a:chOff x="0" y="0"/>
          <a:chExt cx="0" cy="0"/>
        </a:xfrm>
      </p:grpSpPr>
      <p:cxnSp>
        <p:nvCxnSpPr>
          <p:cNvPr id="2" name="Straight Connector 7"/>
          <p:cNvCxnSpPr>
            <a:cxnSpLocks noChangeShapeType="1"/>
          </p:cNvCxnSpPr>
          <p:nvPr/>
        </p:nvCxnSpPr>
        <p:spPr bwMode="auto">
          <a:xfrm>
            <a:off x="381000" y="838200"/>
            <a:ext cx="8382000" cy="1588"/>
          </a:xfrm>
          <a:prstGeom prst="line">
            <a:avLst/>
          </a:prstGeom>
          <a:noFill/>
          <a:ln w="22225">
            <a:solidFill>
              <a:srgbClr val="0F5E90"/>
            </a:solidFill>
            <a:round/>
            <a:headEnd/>
            <a:tailEnd/>
          </a:ln>
        </p:spPr>
      </p:cxnSp>
      <p:pic>
        <p:nvPicPr>
          <p:cNvPr id="3" name="Picture 7"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4" name="Date Placeholder 7"/>
          <p:cNvSpPr>
            <a:spLocks noGrp="1"/>
          </p:cNvSpPr>
          <p:nvPr>
            <p:ph type="dt" sz="half" idx="10"/>
          </p:nvPr>
        </p:nvSpPr>
        <p:spPr/>
        <p:txBody>
          <a:bodyPr/>
          <a:lstStyle>
            <a:lvl1pPr>
              <a:defRPr/>
            </a:lvl1pPr>
          </a:lstStyle>
          <a:p>
            <a:pPr>
              <a:defRPr/>
            </a:pPr>
            <a:fld id="{36078189-2F82-4800-8658-DABA9FDDBBA4}" type="datetime1">
              <a:rPr lang="en-US"/>
              <a:pPr>
                <a:defRPr/>
              </a:pPr>
              <a:t>3/23/11</a:t>
            </a:fld>
            <a:endParaRPr lang="en-US"/>
          </a:p>
        </p:txBody>
      </p:sp>
      <p:sp>
        <p:nvSpPr>
          <p:cNvPr id="5" name="Slide Number Placeholder 8"/>
          <p:cNvSpPr>
            <a:spLocks noGrp="1"/>
          </p:cNvSpPr>
          <p:nvPr>
            <p:ph type="sldNum" sz="quarter" idx="11"/>
          </p:nvPr>
        </p:nvSpPr>
        <p:spPr/>
        <p:txBody>
          <a:bodyPr/>
          <a:lstStyle>
            <a:lvl1pPr>
              <a:defRPr/>
            </a:lvl1pPr>
          </a:lstStyle>
          <a:p>
            <a:pPr>
              <a:defRPr/>
            </a:pPr>
            <a:fld id="{A66D937E-DFCE-4E31-AA00-B963B8B252E1}" type="slidenum">
              <a:rPr lang="en-US"/>
              <a:pPr>
                <a:defRPr/>
              </a:pPr>
              <a:t>‹#›</a:t>
            </a:fld>
            <a:endParaRPr lang="en-US"/>
          </a:p>
        </p:txBody>
      </p:sp>
      <p:sp>
        <p:nvSpPr>
          <p:cNvPr id="6" name="Footer Placeholder 9"/>
          <p:cNvSpPr>
            <a:spLocks noGrp="1"/>
          </p:cNvSpPr>
          <p:nvPr>
            <p:ph type="ftr" sz="quarter" idx="12"/>
          </p:nvPr>
        </p:nvSpPr>
        <p:spPr/>
        <p:txBody>
          <a:bodyPr/>
          <a:lstStyle>
            <a:lvl1pPr>
              <a:defRPr/>
            </a:lvl1pPr>
          </a:lstStyle>
          <a:p>
            <a:pPr>
              <a:defRPr/>
            </a:pPr>
            <a:r>
              <a:rPr lang="en-US"/>
              <a:t>Distribution Statement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pic>
        <p:nvPicPr>
          <p:cNvPr id="2" name="Picture 6"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3" name="Date Placeholder 6"/>
          <p:cNvSpPr>
            <a:spLocks noGrp="1"/>
          </p:cNvSpPr>
          <p:nvPr>
            <p:ph type="dt" sz="half" idx="10"/>
          </p:nvPr>
        </p:nvSpPr>
        <p:spPr/>
        <p:txBody>
          <a:bodyPr/>
          <a:lstStyle>
            <a:lvl1pPr>
              <a:defRPr/>
            </a:lvl1pPr>
          </a:lstStyle>
          <a:p>
            <a:pPr>
              <a:defRPr/>
            </a:pPr>
            <a:fld id="{2E442D9F-75C8-4ACB-9E33-8D44802771A9}" type="datetime1">
              <a:rPr lang="en-US"/>
              <a:pPr>
                <a:defRPr/>
              </a:pPr>
              <a:t>3/23/11</a:t>
            </a:fld>
            <a:endParaRPr lang="en-US"/>
          </a:p>
        </p:txBody>
      </p:sp>
      <p:sp>
        <p:nvSpPr>
          <p:cNvPr id="4" name="Slide Number Placeholder 7"/>
          <p:cNvSpPr>
            <a:spLocks noGrp="1"/>
          </p:cNvSpPr>
          <p:nvPr>
            <p:ph type="sldNum" sz="quarter" idx="11"/>
          </p:nvPr>
        </p:nvSpPr>
        <p:spPr/>
        <p:txBody>
          <a:bodyPr/>
          <a:lstStyle>
            <a:lvl1pPr>
              <a:defRPr/>
            </a:lvl1pPr>
          </a:lstStyle>
          <a:p>
            <a:pPr>
              <a:defRPr/>
            </a:pPr>
            <a:fld id="{540C50CB-86B0-4C7F-94F8-034F77222EC5}" type="slidenum">
              <a:rPr lang="en-US"/>
              <a:pPr>
                <a:defRPr/>
              </a:pPr>
              <a:t>‹#›</a:t>
            </a:fld>
            <a:endParaRPr lang="en-US"/>
          </a:p>
        </p:txBody>
      </p:sp>
      <p:sp>
        <p:nvSpPr>
          <p:cNvPr id="5" name="Footer Placeholder 8"/>
          <p:cNvSpPr>
            <a:spLocks noGrp="1"/>
          </p:cNvSpPr>
          <p:nvPr>
            <p:ph type="ftr" sz="quarter" idx="12"/>
          </p:nvPr>
        </p:nvSpPr>
        <p:spPr/>
        <p:txBody>
          <a:bodyPr/>
          <a:lstStyle>
            <a:lvl1pPr>
              <a:defRPr/>
            </a:lvl1pPr>
          </a:lstStyle>
          <a:p>
            <a:pPr>
              <a:defRPr/>
            </a:pPr>
            <a:r>
              <a:rPr lang="en-US"/>
              <a:t>Distribution Statement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Custom Layout">
    <p:spTree>
      <p:nvGrpSpPr>
        <p:cNvPr id="1" name=""/>
        <p:cNvGrpSpPr/>
        <p:nvPr/>
      </p:nvGrpSpPr>
      <p:grpSpPr>
        <a:xfrm>
          <a:off x="0" y="0"/>
          <a:ext cx="0" cy="0"/>
          <a:chOff x="0" y="0"/>
          <a:chExt cx="0" cy="0"/>
        </a:xfrm>
      </p:grpSpPr>
      <p:cxnSp>
        <p:nvCxnSpPr>
          <p:cNvPr id="5" name="Straight Connector 7"/>
          <p:cNvCxnSpPr>
            <a:cxnSpLocks noChangeShapeType="1"/>
          </p:cNvCxnSpPr>
          <p:nvPr/>
        </p:nvCxnSpPr>
        <p:spPr bwMode="auto">
          <a:xfrm>
            <a:off x="381000" y="838200"/>
            <a:ext cx="8382000" cy="1588"/>
          </a:xfrm>
          <a:prstGeom prst="line">
            <a:avLst/>
          </a:prstGeom>
          <a:noFill/>
          <a:ln w="22225">
            <a:solidFill>
              <a:srgbClr val="0F5E90"/>
            </a:solidFill>
            <a:round/>
            <a:headEnd/>
            <a:tailEnd/>
          </a:ln>
        </p:spPr>
      </p:cxnSp>
      <p:pic>
        <p:nvPicPr>
          <p:cNvPr id="7" name="Picture 7"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6" name="Content Placeholder 5"/>
          <p:cNvSpPr>
            <a:spLocks noGrp="1"/>
          </p:cNvSpPr>
          <p:nvPr>
            <p:ph sz="quarter" idx="12"/>
          </p:nvPr>
        </p:nvSpPr>
        <p:spPr>
          <a:xfrm>
            <a:off x="381000" y="990600"/>
            <a:ext cx="83820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Content Placeholder 9"/>
          <p:cNvSpPr>
            <a:spLocks noGrp="1"/>
          </p:cNvSpPr>
          <p:nvPr>
            <p:ph sz="quarter" idx="13"/>
          </p:nvPr>
        </p:nvSpPr>
        <p:spPr>
          <a:xfrm>
            <a:off x="381000" y="3505200"/>
            <a:ext cx="83820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Title 11"/>
          <p:cNvSpPr>
            <a:spLocks noGrp="1"/>
          </p:cNvSpPr>
          <p:nvPr>
            <p:ph type="title"/>
          </p:nvPr>
        </p:nvSpPr>
        <p:spPr/>
        <p:txBody>
          <a:bodyPr/>
          <a:lstStyle/>
          <a:p>
            <a:r>
              <a:rPr lang="en-US" smtClean="0"/>
              <a:t>Click to edit Master title style</a:t>
            </a:r>
            <a:endParaRPr lang="en-US" dirty="0"/>
          </a:p>
        </p:txBody>
      </p:sp>
      <p:sp>
        <p:nvSpPr>
          <p:cNvPr id="8" name="Date Placeholder 13"/>
          <p:cNvSpPr>
            <a:spLocks noGrp="1"/>
          </p:cNvSpPr>
          <p:nvPr>
            <p:ph type="dt" sz="half" idx="14"/>
          </p:nvPr>
        </p:nvSpPr>
        <p:spPr/>
        <p:txBody>
          <a:bodyPr/>
          <a:lstStyle>
            <a:lvl1pPr>
              <a:defRPr/>
            </a:lvl1pPr>
          </a:lstStyle>
          <a:p>
            <a:pPr>
              <a:defRPr/>
            </a:pPr>
            <a:fld id="{72A5FE10-289E-4B3C-AB4E-72837B30324E}" type="datetime1">
              <a:rPr lang="en-US"/>
              <a:pPr>
                <a:defRPr/>
              </a:pPr>
              <a:t>3/23/11</a:t>
            </a:fld>
            <a:endParaRPr lang="en-US"/>
          </a:p>
        </p:txBody>
      </p:sp>
      <p:sp>
        <p:nvSpPr>
          <p:cNvPr id="9" name="Slide Number Placeholder 14"/>
          <p:cNvSpPr>
            <a:spLocks noGrp="1"/>
          </p:cNvSpPr>
          <p:nvPr>
            <p:ph type="sldNum" sz="quarter" idx="15"/>
          </p:nvPr>
        </p:nvSpPr>
        <p:spPr/>
        <p:txBody>
          <a:bodyPr/>
          <a:lstStyle>
            <a:lvl1pPr>
              <a:defRPr/>
            </a:lvl1pPr>
          </a:lstStyle>
          <a:p>
            <a:pPr>
              <a:defRPr/>
            </a:pPr>
            <a:fld id="{5BA915BB-7732-4B5F-9C0D-487B04D8BC57}" type="slidenum">
              <a:rPr lang="en-US"/>
              <a:pPr>
                <a:defRPr/>
              </a:pPr>
              <a:t>‹#›</a:t>
            </a:fld>
            <a:endParaRPr lang="en-US"/>
          </a:p>
        </p:txBody>
      </p:sp>
      <p:sp>
        <p:nvSpPr>
          <p:cNvPr id="11" name="Footer Placeholder 15"/>
          <p:cNvSpPr>
            <a:spLocks noGrp="1"/>
          </p:cNvSpPr>
          <p:nvPr>
            <p:ph type="ftr" sz="quarter" idx="16"/>
          </p:nvPr>
        </p:nvSpPr>
        <p:spPr/>
        <p:txBody>
          <a:bodyPr/>
          <a:lstStyle>
            <a:lvl1pPr>
              <a:defRPr/>
            </a:lvl1pPr>
          </a:lstStyle>
          <a:p>
            <a:pPr>
              <a:defRPr/>
            </a:pPr>
            <a:r>
              <a:rPr lang="en-US"/>
              <a:t>Distribution Statement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Two Content">
    <p:spTree>
      <p:nvGrpSpPr>
        <p:cNvPr id="1" name=""/>
        <p:cNvGrpSpPr/>
        <p:nvPr/>
      </p:nvGrpSpPr>
      <p:grpSpPr>
        <a:xfrm>
          <a:off x="0" y="0"/>
          <a:ext cx="0" cy="0"/>
          <a:chOff x="0" y="0"/>
          <a:chExt cx="0" cy="0"/>
        </a:xfrm>
      </p:grpSpPr>
      <p:cxnSp>
        <p:nvCxnSpPr>
          <p:cNvPr id="5" name="Straight Connector 7"/>
          <p:cNvCxnSpPr>
            <a:cxnSpLocks noChangeShapeType="1"/>
          </p:cNvCxnSpPr>
          <p:nvPr/>
        </p:nvCxnSpPr>
        <p:spPr bwMode="auto">
          <a:xfrm>
            <a:off x="381000" y="838200"/>
            <a:ext cx="8382000" cy="1588"/>
          </a:xfrm>
          <a:prstGeom prst="line">
            <a:avLst/>
          </a:prstGeom>
          <a:noFill/>
          <a:ln w="22225">
            <a:solidFill>
              <a:srgbClr val="0F5E90"/>
            </a:solidFill>
            <a:round/>
            <a:headEnd/>
            <a:tailEnd/>
          </a:ln>
        </p:spPr>
      </p:cxnSp>
      <p:pic>
        <p:nvPicPr>
          <p:cNvPr id="6" name="Picture 7"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3" name="Content Placeholder 2"/>
          <p:cNvSpPr>
            <a:spLocks noGrp="1"/>
          </p:cNvSpPr>
          <p:nvPr>
            <p:ph sz="half" idx="1"/>
          </p:nvPr>
        </p:nvSpPr>
        <p:spPr>
          <a:xfrm>
            <a:off x="381000" y="990600"/>
            <a:ext cx="4114800" cy="5029200"/>
          </a:xfrm>
        </p:spPr>
        <p:txBody>
          <a:bodyPr/>
          <a:lstStyle>
            <a:lvl1pPr>
              <a:defRPr sz="1800"/>
            </a:lvl1pPr>
            <a:lvl2pPr>
              <a:defRPr sz="1600"/>
            </a:lvl2pPr>
            <a:lvl3pPr>
              <a:defRPr sz="1400"/>
            </a:lvl3pPr>
            <a:lvl4pPr>
              <a:defRPr sz="1300"/>
            </a:lvl4pPr>
            <a:lvl5pPr>
              <a:defRPr sz="1300" u="none"/>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990600"/>
            <a:ext cx="4114800" cy="5029200"/>
          </a:xfrm>
        </p:spPr>
        <p:txBody>
          <a:bodyPr/>
          <a:lstStyle>
            <a:lvl1pPr>
              <a:defRPr sz="1800"/>
            </a:lvl1pPr>
            <a:lvl2pPr>
              <a:defRPr sz="1600"/>
            </a:lvl2pPr>
            <a:lvl3pPr>
              <a:defRPr sz="1400"/>
            </a:lvl3pPr>
            <a:lvl4pPr>
              <a:defRPr sz="1300"/>
            </a:lvl4pPr>
            <a:lvl5pPr>
              <a:defRPr sz="13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itle 10"/>
          <p:cNvSpPr>
            <a:spLocks noGrp="1"/>
          </p:cNvSpPr>
          <p:nvPr>
            <p:ph type="title"/>
          </p:nvPr>
        </p:nvSpPr>
        <p:spPr/>
        <p:txBody>
          <a:bodyPr/>
          <a:lstStyle/>
          <a:p>
            <a:r>
              <a:rPr lang="en-US" smtClean="0"/>
              <a:t>Click to edit Master title style</a:t>
            </a:r>
            <a:endParaRPr lang="en-US" dirty="0"/>
          </a:p>
        </p:txBody>
      </p:sp>
      <p:sp>
        <p:nvSpPr>
          <p:cNvPr id="7" name="Date Placeholder 11"/>
          <p:cNvSpPr>
            <a:spLocks noGrp="1"/>
          </p:cNvSpPr>
          <p:nvPr>
            <p:ph type="dt" sz="half" idx="10"/>
          </p:nvPr>
        </p:nvSpPr>
        <p:spPr/>
        <p:txBody>
          <a:bodyPr/>
          <a:lstStyle>
            <a:lvl1pPr>
              <a:defRPr/>
            </a:lvl1pPr>
          </a:lstStyle>
          <a:p>
            <a:pPr>
              <a:defRPr/>
            </a:pPr>
            <a:fld id="{2325BD38-CE83-4C12-8200-B55D36D1C97C}" type="datetime1">
              <a:rPr lang="en-US"/>
              <a:pPr>
                <a:defRPr/>
              </a:pPr>
              <a:t>3/23/11</a:t>
            </a:fld>
            <a:endParaRPr lang="en-US"/>
          </a:p>
        </p:txBody>
      </p:sp>
      <p:sp>
        <p:nvSpPr>
          <p:cNvPr id="8" name="Slide Number Placeholder 12"/>
          <p:cNvSpPr>
            <a:spLocks noGrp="1"/>
          </p:cNvSpPr>
          <p:nvPr>
            <p:ph type="sldNum" sz="quarter" idx="11"/>
          </p:nvPr>
        </p:nvSpPr>
        <p:spPr/>
        <p:txBody>
          <a:bodyPr/>
          <a:lstStyle>
            <a:lvl1pPr>
              <a:defRPr/>
            </a:lvl1pPr>
          </a:lstStyle>
          <a:p>
            <a:pPr>
              <a:defRPr/>
            </a:pPr>
            <a:fld id="{1240F233-2DAD-403D-BD0B-2EE26C57FCC2}" type="slidenum">
              <a:rPr lang="en-US"/>
              <a:pPr>
                <a:defRPr/>
              </a:pPr>
              <a:t>‹#›</a:t>
            </a:fld>
            <a:endParaRPr lang="en-US"/>
          </a:p>
        </p:txBody>
      </p:sp>
      <p:sp>
        <p:nvSpPr>
          <p:cNvPr id="9" name="Footer Placeholder 13"/>
          <p:cNvSpPr>
            <a:spLocks noGrp="1"/>
          </p:cNvSpPr>
          <p:nvPr>
            <p:ph type="ftr" sz="quarter" idx="12"/>
          </p:nvPr>
        </p:nvSpPr>
        <p:spPr/>
        <p:txBody>
          <a:bodyPr/>
          <a:lstStyle>
            <a:lvl1pPr>
              <a:defRPr/>
            </a:lvl1pPr>
          </a:lstStyle>
          <a:p>
            <a:pPr>
              <a:defRPr/>
            </a:pPr>
            <a:r>
              <a:rPr lang="en-US"/>
              <a:t>Distribution Statement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Comparison">
    <p:spTree>
      <p:nvGrpSpPr>
        <p:cNvPr id="1" name=""/>
        <p:cNvGrpSpPr/>
        <p:nvPr/>
      </p:nvGrpSpPr>
      <p:grpSpPr>
        <a:xfrm>
          <a:off x="0" y="0"/>
          <a:ext cx="0" cy="0"/>
          <a:chOff x="0" y="0"/>
          <a:chExt cx="0" cy="0"/>
        </a:xfrm>
      </p:grpSpPr>
      <p:cxnSp>
        <p:nvCxnSpPr>
          <p:cNvPr id="7" name="Straight Connector 6"/>
          <p:cNvCxnSpPr>
            <a:cxnSpLocks noChangeShapeType="1"/>
          </p:cNvCxnSpPr>
          <p:nvPr/>
        </p:nvCxnSpPr>
        <p:spPr bwMode="auto">
          <a:xfrm>
            <a:off x="381000" y="836613"/>
            <a:ext cx="8382000" cy="1587"/>
          </a:xfrm>
          <a:prstGeom prst="line">
            <a:avLst/>
          </a:prstGeom>
          <a:noFill/>
          <a:ln w="22225">
            <a:solidFill>
              <a:srgbClr val="0F5E90"/>
            </a:solidFill>
            <a:round/>
            <a:headEnd/>
            <a:tailEnd/>
          </a:ln>
        </p:spPr>
      </p:cxnSp>
      <p:pic>
        <p:nvPicPr>
          <p:cNvPr id="8" name="Picture 7"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3" name="Text Placeholder 2"/>
          <p:cNvSpPr>
            <a:spLocks noGrp="1"/>
          </p:cNvSpPr>
          <p:nvPr>
            <p:ph type="body" idx="1"/>
          </p:nvPr>
        </p:nvSpPr>
        <p:spPr>
          <a:xfrm>
            <a:off x="381000" y="960438"/>
            <a:ext cx="411480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81000" y="1630362"/>
            <a:ext cx="4114800" cy="4389438"/>
          </a:xfrm>
        </p:spPr>
        <p:txBody>
          <a:bodyPr/>
          <a:lstStyle>
            <a:lvl1pPr>
              <a:defRPr sz="1800"/>
            </a:lvl1pPr>
            <a:lvl2pPr>
              <a:defRPr sz="1600"/>
            </a:lvl2pPr>
            <a:lvl3pPr>
              <a:defRPr sz="1400"/>
            </a:lvl3pPr>
            <a:lvl4pPr>
              <a:defRPr sz="1300"/>
            </a:lvl4pPr>
            <a:lvl5pPr>
              <a:defRPr sz="13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51376" y="960438"/>
            <a:ext cx="411480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8201" y="1630362"/>
            <a:ext cx="4114800" cy="4389438"/>
          </a:xfrm>
        </p:spPr>
        <p:txBody>
          <a:bodyPr/>
          <a:lstStyle>
            <a:lvl1pPr>
              <a:defRPr sz="1800"/>
            </a:lvl1pPr>
            <a:lvl2pPr>
              <a:defRPr sz="1600"/>
            </a:lvl2pPr>
            <a:lvl3pPr>
              <a:defRPr sz="1400"/>
            </a:lvl3pPr>
            <a:lvl4pPr>
              <a:defRPr sz="1300"/>
            </a:lvl4pPr>
            <a:lvl5pPr>
              <a:defRPr sz="13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Title 11"/>
          <p:cNvSpPr>
            <a:spLocks noGrp="1"/>
          </p:cNvSpPr>
          <p:nvPr>
            <p:ph type="title"/>
          </p:nvPr>
        </p:nvSpPr>
        <p:spPr/>
        <p:txBody>
          <a:bodyPr/>
          <a:lstStyle/>
          <a:p>
            <a:r>
              <a:rPr lang="en-US" smtClean="0"/>
              <a:t>Click to edit Master title style</a:t>
            </a:r>
            <a:endParaRPr lang="en-US" dirty="0"/>
          </a:p>
        </p:txBody>
      </p:sp>
      <p:sp>
        <p:nvSpPr>
          <p:cNvPr id="9" name="Date Placeholder 13"/>
          <p:cNvSpPr>
            <a:spLocks noGrp="1"/>
          </p:cNvSpPr>
          <p:nvPr>
            <p:ph type="dt" sz="half" idx="10"/>
          </p:nvPr>
        </p:nvSpPr>
        <p:spPr/>
        <p:txBody>
          <a:bodyPr/>
          <a:lstStyle>
            <a:lvl1pPr>
              <a:defRPr/>
            </a:lvl1pPr>
          </a:lstStyle>
          <a:p>
            <a:pPr>
              <a:defRPr/>
            </a:pPr>
            <a:fld id="{D9F3079D-237E-468E-90D5-F29E9B21A019}" type="datetime1">
              <a:rPr lang="en-US"/>
              <a:pPr>
                <a:defRPr/>
              </a:pPr>
              <a:t>3/23/11</a:t>
            </a:fld>
            <a:endParaRPr lang="en-US"/>
          </a:p>
        </p:txBody>
      </p:sp>
      <p:sp>
        <p:nvSpPr>
          <p:cNvPr id="10" name="Slide Number Placeholder 14"/>
          <p:cNvSpPr>
            <a:spLocks noGrp="1"/>
          </p:cNvSpPr>
          <p:nvPr>
            <p:ph type="sldNum" sz="quarter" idx="11"/>
          </p:nvPr>
        </p:nvSpPr>
        <p:spPr/>
        <p:txBody>
          <a:bodyPr/>
          <a:lstStyle>
            <a:lvl1pPr>
              <a:defRPr/>
            </a:lvl1pPr>
          </a:lstStyle>
          <a:p>
            <a:pPr>
              <a:defRPr/>
            </a:pPr>
            <a:fld id="{A88E7E04-E64E-473F-9E68-3CA958622B80}" type="slidenum">
              <a:rPr lang="en-US"/>
              <a:pPr>
                <a:defRPr/>
              </a:pPr>
              <a:t>‹#›</a:t>
            </a:fld>
            <a:endParaRPr lang="en-US"/>
          </a:p>
        </p:txBody>
      </p:sp>
      <p:sp>
        <p:nvSpPr>
          <p:cNvPr id="11" name="Footer Placeholder 15"/>
          <p:cNvSpPr>
            <a:spLocks noGrp="1"/>
          </p:cNvSpPr>
          <p:nvPr>
            <p:ph type="ftr" sz="quarter" idx="12"/>
          </p:nvPr>
        </p:nvSpPr>
        <p:spPr/>
        <p:txBody>
          <a:bodyPr/>
          <a:lstStyle>
            <a:lvl1pPr>
              <a:defRPr/>
            </a:lvl1pPr>
          </a:lstStyle>
          <a:p>
            <a:pPr>
              <a:defRPr/>
            </a:pPr>
            <a:r>
              <a:rPr lang="en-US"/>
              <a:t>Distribution Statement</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2_Custom Layout">
    <p:spTree>
      <p:nvGrpSpPr>
        <p:cNvPr id="1" name=""/>
        <p:cNvGrpSpPr/>
        <p:nvPr/>
      </p:nvGrpSpPr>
      <p:grpSpPr>
        <a:xfrm>
          <a:off x="0" y="0"/>
          <a:ext cx="0" cy="0"/>
          <a:chOff x="0" y="0"/>
          <a:chExt cx="0" cy="0"/>
        </a:xfrm>
      </p:grpSpPr>
      <p:cxnSp>
        <p:nvCxnSpPr>
          <p:cNvPr id="5" name="Straight Connector 7"/>
          <p:cNvCxnSpPr>
            <a:cxnSpLocks noChangeShapeType="1"/>
          </p:cNvCxnSpPr>
          <p:nvPr/>
        </p:nvCxnSpPr>
        <p:spPr bwMode="auto">
          <a:xfrm>
            <a:off x="381000" y="836613"/>
            <a:ext cx="8382000" cy="1587"/>
          </a:xfrm>
          <a:prstGeom prst="line">
            <a:avLst/>
          </a:prstGeom>
          <a:noFill/>
          <a:ln w="22225">
            <a:solidFill>
              <a:srgbClr val="0F5E90"/>
            </a:solidFill>
            <a:round/>
            <a:headEnd/>
            <a:tailEnd/>
          </a:ln>
        </p:spPr>
      </p:cxnSp>
      <p:pic>
        <p:nvPicPr>
          <p:cNvPr id="6" name="Picture 7"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9" name="Content Placeholder 8"/>
          <p:cNvSpPr>
            <a:spLocks noGrp="1"/>
          </p:cNvSpPr>
          <p:nvPr>
            <p:ph sz="quarter" idx="12"/>
          </p:nvPr>
        </p:nvSpPr>
        <p:spPr>
          <a:xfrm>
            <a:off x="381000" y="990600"/>
            <a:ext cx="56388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3"/>
          </p:nvPr>
        </p:nvSpPr>
        <p:spPr>
          <a:xfrm>
            <a:off x="6172200" y="990600"/>
            <a:ext cx="25908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Title 12"/>
          <p:cNvSpPr>
            <a:spLocks noGrp="1"/>
          </p:cNvSpPr>
          <p:nvPr>
            <p:ph type="title"/>
          </p:nvPr>
        </p:nvSpPr>
        <p:spPr/>
        <p:txBody>
          <a:bodyPr/>
          <a:lstStyle/>
          <a:p>
            <a:r>
              <a:rPr lang="en-US" smtClean="0"/>
              <a:t>Click to edit Master title style</a:t>
            </a:r>
            <a:endParaRPr lang="en-US" dirty="0"/>
          </a:p>
        </p:txBody>
      </p:sp>
      <p:sp>
        <p:nvSpPr>
          <p:cNvPr id="7" name="Date Placeholder 13"/>
          <p:cNvSpPr>
            <a:spLocks noGrp="1"/>
          </p:cNvSpPr>
          <p:nvPr>
            <p:ph type="dt" sz="half" idx="14"/>
          </p:nvPr>
        </p:nvSpPr>
        <p:spPr/>
        <p:txBody>
          <a:bodyPr/>
          <a:lstStyle>
            <a:lvl1pPr>
              <a:defRPr/>
            </a:lvl1pPr>
          </a:lstStyle>
          <a:p>
            <a:pPr>
              <a:defRPr/>
            </a:pPr>
            <a:fld id="{E3C65776-D96C-40C2-AD28-09D3D03B0ED0}" type="datetime1">
              <a:rPr lang="en-US"/>
              <a:pPr>
                <a:defRPr/>
              </a:pPr>
              <a:t>3/23/11</a:t>
            </a:fld>
            <a:endParaRPr lang="en-US"/>
          </a:p>
        </p:txBody>
      </p:sp>
      <p:sp>
        <p:nvSpPr>
          <p:cNvPr id="8" name="Slide Number Placeholder 14"/>
          <p:cNvSpPr>
            <a:spLocks noGrp="1"/>
          </p:cNvSpPr>
          <p:nvPr>
            <p:ph type="sldNum" sz="quarter" idx="15"/>
          </p:nvPr>
        </p:nvSpPr>
        <p:spPr/>
        <p:txBody>
          <a:bodyPr/>
          <a:lstStyle>
            <a:lvl1pPr>
              <a:defRPr/>
            </a:lvl1pPr>
          </a:lstStyle>
          <a:p>
            <a:pPr>
              <a:defRPr/>
            </a:pPr>
            <a:fld id="{5B76AF16-2E3E-45FA-8B81-156017919225}" type="slidenum">
              <a:rPr lang="en-US"/>
              <a:pPr>
                <a:defRPr/>
              </a:pPr>
              <a:t>‹#›</a:t>
            </a:fld>
            <a:endParaRPr lang="en-US"/>
          </a:p>
        </p:txBody>
      </p:sp>
      <p:sp>
        <p:nvSpPr>
          <p:cNvPr id="10" name="Footer Placeholder 15"/>
          <p:cNvSpPr>
            <a:spLocks noGrp="1"/>
          </p:cNvSpPr>
          <p:nvPr>
            <p:ph type="ftr" sz="quarter" idx="16"/>
          </p:nvPr>
        </p:nvSpPr>
        <p:spPr/>
        <p:txBody>
          <a:bodyPr/>
          <a:lstStyle>
            <a:lvl1pPr>
              <a:defRPr/>
            </a:lvl1pPr>
          </a:lstStyle>
          <a:p>
            <a:pPr>
              <a:defRPr/>
            </a:pPr>
            <a:r>
              <a:rPr lang="en-US"/>
              <a:t>Distribution Statement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3_Custom Layout">
    <p:spTree>
      <p:nvGrpSpPr>
        <p:cNvPr id="1" name=""/>
        <p:cNvGrpSpPr/>
        <p:nvPr/>
      </p:nvGrpSpPr>
      <p:grpSpPr>
        <a:xfrm>
          <a:off x="0" y="0"/>
          <a:ext cx="0" cy="0"/>
          <a:chOff x="0" y="0"/>
          <a:chExt cx="0" cy="0"/>
        </a:xfrm>
      </p:grpSpPr>
      <p:cxnSp>
        <p:nvCxnSpPr>
          <p:cNvPr id="5" name="Straight Connector 7"/>
          <p:cNvCxnSpPr>
            <a:cxnSpLocks noChangeShapeType="1"/>
          </p:cNvCxnSpPr>
          <p:nvPr/>
        </p:nvCxnSpPr>
        <p:spPr bwMode="auto">
          <a:xfrm>
            <a:off x="381000" y="838200"/>
            <a:ext cx="8382000" cy="1588"/>
          </a:xfrm>
          <a:prstGeom prst="line">
            <a:avLst/>
          </a:prstGeom>
          <a:noFill/>
          <a:ln w="22225">
            <a:solidFill>
              <a:srgbClr val="0F5E90"/>
            </a:solidFill>
            <a:round/>
            <a:headEnd/>
            <a:tailEnd/>
          </a:ln>
        </p:spPr>
      </p:cxnSp>
      <p:pic>
        <p:nvPicPr>
          <p:cNvPr id="6" name="Picture 7"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9" name="Content Placeholder 8"/>
          <p:cNvSpPr>
            <a:spLocks noGrp="1"/>
          </p:cNvSpPr>
          <p:nvPr>
            <p:ph sz="quarter" idx="12"/>
          </p:nvPr>
        </p:nvSpPr>
        <p:spPr>
          <a:xfrm>
            <a:off x="3124200" y="990600"/>
            <a:ext cx="56388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3"/>
          </p:nvPr>
        </p:nvSpPr>
        <p:spPr>
          <a:xfrm>
            <a:off x="381000" y="990600"/>
            <a:ext cx="25908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Title 14"/>
          <p:cNvSpPr>
            <a:spLocks noGrp="1"/>
          </p:cNvSpPr>
          <p:nvPr>
            <p:ph type="title"/>
          </p:nvPr>
        </p:nvSpPr>
        <p:spPr/>
        <p:txBody>
          <a:bodyPr/>
          <a:lstStyle/>
          <a:p>
            <a:r>
              <a:rPr lang="en-US" smtClean="0"/>
              <a:t>Click to edit Master title style</a:t>
            </a:r>
            <a:endParaRPr lang="en-US" dirty="0"/>
          </a:p>
        </p:txBody>
      </p:sp>
      <p:sp>
        <p:nvSpPr>
          <p:cNvPr id="7" name="Date Placeholder 12"/>
          <p:cNvSpPr>
            <a:spLocks noGrp="1"/>
          </p:cNvSpPr>
          <p:nvPr>
            <p:ph type="dt" sz="half" idx="14"/>
          </p:nvPr>
        </p:nvSpPr>
        <p:spPr/>
        <p:txBody>
          <a:bodyPr/>
          <a:lstStyle>
            <a:lvl1pPr>
              <a:defRPr/>
            </a:lvl1pPr>
          </a:lstStyle>
          <a:p>
            <a:pPr>
              <a:defRPr/>
            </a:pPr>
            <a:fld id="{618D9626-DFDB-4EB9-981C-C00F5B75C884}" type="datetime1">
              <a:rPr lang="en-US"/>
              <a:pPr>
                <a:defRPr/>
              </a:pPr>
              <a:t>3/23/11</a:t>
            </a:fld>
            <a:endParaRPr lang="en-US"/>
          </a:p>
        </p:txBody>
      </p:sp>
      <p:sp>
        <p:nvSpPr>
          <p:cNvPr id="8" name="Slide Number Placeholder 13"/>
          <p:cNvSpPr>
            <a:spLocks noGrp="1"/>
          </p:cNvSpPr>
          <p:nvPr>
            <p:ph type="sldNum" sz="quarter" idx="15"/>
          </p:nvPr>
        </p:nvSpPr>
        <p:spPr/>
        <p:txBody>
          <a:bodyPr/>
          <a:lstStyle>
            <a:lvl1pPr>
              <a:defRPr/>
            </a:lvl1pPr>
          </a:lstStyle>
          <a:p>
            <a:pPr>
              <a:defRPr/>
            </a:pPr>
            <a:fld id="{80F5C289-E9A0-4CFE-B1FF-F572F31E696C}" type="slidenum">
              <a:rPr lang="en-US"/>
              <a:pPr>
                <a:defRPr/>
              </a:pPr>
              <a:t>‹#›</a:t>
            </a:fld>
            <a:endParaRPr lang="en-US"/>
          </a:p>
        </p:txBody>
      </p:sp>
      <p:sp>
        <p:nvSpPr>
          <p:cNvPr id="10" name="Footer Placeholder 15"/>
          <p:cNvSpPr>
            <a:spLocks noGrp="1"/>
          </p:cNvSpPr>
          <p:nvPr>
            <p:ph type="ftr" sz="quarter" idx="16"/>
          </p:nvPr>
        </p:nvSpPr>
        <p:spPr/>
        <p:txBody>
          <a:bodyPr/>
          <a:lstStyle>
            <a:lvl1pPr>
              <a:defRPr/>
            </a:lvl1pPr>
          </a:lstStyle>
          <a:p>
            <a:pPr>
              <a:defRPr/>
            </a:pPr>
            <a:r>
              <a:rPr lang="en-US"/>
              <a:t>Distribution Statement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4_Custom Layout">
    <p:spTree>
      <p:nvGrpSpPr>
        <p:cNvPr id="1" name=""/>
        <p:cNvGrpSpPr/>
        <p:nvPr/>
      </p:nvGrpSpPr>
      <p:grpSpPr>
        <a:xfrm>
          <a:off x="0" y="0"/>
          <a:ext cx="0" cy="0"/>
          <a:chOff x="0" y="0"/>
          <a:chExt cx="0" cy="0"/>
        </a:xfrm>
      </p:grpSpPr>
      <p:cxnSp>
        <p:nvCxnSpPr>
          <p:cNvPr id="6" name="Straight Connector 7"/>
          <p:cNvCxnSpPr>
            <a:cxnSpLocks noChangeShapeType="1"/>
          </p:cNvCxnSpPr>
          <p:nvPr/>
        </p:nvCxnSpPr>
        <p:spPr bwMode="auto">
          <a:xfrm>
            <a:off x="381000" y="838200"/>
            <a:ext cx="8382000" cy="1588"/>
          </a:xfrm>
          <a:prstGeom prst="line">
            <a:avLst/>
          </a:prstGeom>
          <a:noFill/>
          <a:ln w="22225">
            <a:solidFill>
              <a:srgbClr val="0F5E90"/>
            </a:solidFill>
            <a:round/>
            <a:headEnd/>
            <a:tailEnd/>
          </a:ln>
        </p:spPr>
      </p:cxnSp>
      <p:pic>
        <p:nvPicPr>
          <p:cNvPr id="7" name="Picture 7"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8" name="Content Placeholder 7"/>
          <p:cNvSpPr>
            <a:spLocks noGrp="1"/>
          </p:cNvSpPr>
          <p:nvPr>
            <p:ph sz="quarter" idx="12"/>
          </p:nvPr>
        </p:nvSpPr>
        <p:spPr>
          <a:xfrm>
            <a:off x="381000" y="990600"/>
            <a:ext cx="4114800" cy="2362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Content Placeholder 9"/>
          <p:cNvSpPr>
            <a:spLocks noGrp="1"/>
          </p:cNvSpPr>
          <p:nvPr>
            <p:ph sz="quarter" idx="13"/>
          </p:nvPr>
        </p:nvSpPr>
        <p:spPr>
          <a:xfrm>
            <a:off x="381000" y="3505200"/>
            <a:ext cx="4114800" cy="2514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Content Placeholder 11"/>
          <p:cNvSpPr>
            <a:spLocks noGrp="1"/>
          </p:cNvSpPr>
          <p:nvPr>
            <p:ph sz="quarter" idx="14"/>
          </p:nvPr>
        </p:nvSpPr>
        <p:spPr>
          <a:xfrm>
            <a:off x="4648200" y="990600"/>
            <a:ext cx="41148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5" name="Title 14"/>
          <p:cNvSpPr>
            <a:spLocks noGrp="1"/>
          </p:cNvSpPr>
          <p:nvPr>
            <p:ph type="title"/>
          </p:nvPr>
        </p:nvSpPr>
        <p:spPr/>
        <p:txBody>
          <a:bodyPr/>
          <a:lstStyle/>
          <a:p>
            <a:r>
              <a:rPr lang="en-US" smtClean="0"/>
              <a:t>Click to edit Master title style</a:t>
            </a:r>
            <a:endParaRPr lang="en-US" dirty="0"/>
          </a:p>
        </p:txBody>
      </p:sp>
      <p:sp>
        <p:nvSpPr>
          <p:cNvPr id="9" name="Date Placeholder 15"/>
          <p:cNvSpPr>
            <a:spLocks noGrp="1"/>
          </p:cNvSpPr>
          <p:nvPr>
            <p:ph type="dt" sz="half" idx="15"/>
          </p:nvPr>
        </p:nvSpPr>
        <p:spPr/>
        <p:txBody>
          <a:bodyPr/>
          <a:lstStyle>
            <a:lvl1pPr>
              <a:defRPr/>
            </a:lvl1pPr>
          </a:lstStyle>
          <a:p>
            <a:pPr>
              <a:defRPr/>
            </a:pPr>
            <a:fld id="{FE66CB6E-D00E-4F2C-9E30-E8A33FC49B79}" type="datetime1">
              <a:rPr lang="en-US"/>
              <a:pPr>
                <a:defRPr/>
              </a:pPr>
              <a:t>3/23/11</a:t>
            </a:fld>
            <a:endParaRPr lang="en-US"/>
          </a:p>
        </p:txBody>
      </p:sp>
      <p:sp>
        <p:nvSpPr>
          <p:cNvPr id="11" name="Slide Number Placeholder 16"/>
          <p:cNvSpPr>
            <a:spLocks noGrp="1"/>
          </p:cNvSpPr>
          <p:nvPr>
            <p:ph type="sldNum" sz="quarter" idx="16"/>
          </p:nvPr>
        </p:nvSpPr>
        <p:spPr/>
        <p:txBody>
          <a:bodyPr/>
          <a:lstStyle>
            <a:lvl1pPr>
              <a:defRPr/>
            </a:lvl1pPr>
          </a:lstStyle>
          <a:p>
            <a:pPr>
              <a:defRPr/>
            </a:pPr>
            <a:fld id="{5D4A2F9F-F500-4191-B5E6-F316CA151950}" type="slidenum">
              <a:rPr lang="en-US"/>
              <a:pPr>
                <a:defRPr/>
              </a:pPr>
              <a:t>‹#›</a:t>
            </a:fld>
            <a:endParaRPr lang="en-US"/>
          </a:p>
        </p:txBody>
      </p:sp>
      <p:sp>
        <p:nvSpPr>
          <p:cNvPr id="13" name="Footer Placeholder 17"/>
          <p:cNvSpPr>
            <a:spLocks noGrp="1"/>
          </p:cNvSpPr>
          <p:nvPr>
            <p:ph type="ftr" sz="quarter" idx="17"/>
          </p:nvPr>
        </p:nvSpPr>
        <p:spPr/>
        <p:txBody>
          <a:bodyPr/>
          <a:lstStyle>
            <a:lvl1pPr>
              <a:defRPr/>
            </a:lvl1pPr>
          </a:lstStyle>
          <a:p>
            <a:pPr>
              <a:defRPr/>
            </a:pPr>
            <a:r>
              <a:rPr lang="en-US"/>
              <a:t>Distribution Statement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5_Custom Layout">
    <p:spTree>
      <p:nvGrpSpPr>
        <p:cNvPr id="1" name=""/>
        <p:cNvGrpSpPr/>
        <p:nvPr/>
      </p:nvGrpSpPr>
      <p:grpSpPr>
        <a:xfrm>
          <a:off x="0" y="0"/>
          <a:ext cx="0" cy="0"/>
          <a:chOff x="0" y="0"/>
          <a:chExt cx="0" cy="0"/>
        </a:xfrm>
      </p:grpSpPr>
      <p:cxnSp>
        <p:nvCxnSpPr>
          <p:cNvPr id="6" name="Straight Connector 7"/>
          <p:cNvCxnSpPr>
            <a:cxnSpLocks noChangeShapeType="1"/>
          </p:cNvCxnSpPr>
          <p:nvPr/>
        </p:nvCxnSpPr>
        <p:spPr bwMode="auto">
          <a:xfrm>
            <a:off x="381000" y="838200"/>
            <a:ext cx="8382000" cy="1588"/>
          </a:xfrm>
          <a:prstGeom prst="line">
            <a:avLst/>
          </a:prstGeom>
          <a:noFill/>
          <a:ln w="22225">
            <a:solidFill>
              <a:srgbClr val="0F5E90"/>
            </a:solidFill>
            <a:round/>
            <a:headEnd/>
            <a:tailEnd/>
          </a:ln>
        </p:spPr>
      </p:cxnSp>
      <p:pic>
        <p:nvPicPr>
          <p:cNvPr id="7" name="Picture 7"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8" name="Content Placeholder 7"/>
          <p:cNvSpPr>
            <a:spLocks noGrp="1"/>
          </p:cNvSpPr>
          <p:nvPr>
            <p:ph sz="quarter" idx="12"/>
          </p:nvPr>
        </p:nvSpPr>
        <p:spPr>
          <a:xfrm>
            <a:off x="4648200" y="990600"/>
            <a:ext cx="41148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Content Placeholder 9"/>
          <p:cNvSpPr>
            <a:spLocks noGrp="1"/>
          </p:cNvSpPr>
          <p:nvPr>
            <p:ph sz="quarter" idx="13"/>
          </p:nvPr>
        </p:nvSpPr>
        <p:spPr>
          <a:xfrm>
            <a:off x="4648200" y="3581400"/>
            <a:ext cx="41148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Content Placeholder 11"/>
          <p:cNvSpPr>
            <a:spLocks noGrp="1"/>
          </p:cNvSpPr>
          <p:nvPr>
            <p:ph sz="quarter" idx="14"/>
          </p:nvPr>
        </p:nvSpPr>
        <p:spPr>
          <a:xfrm>
            <a:off x="381000" y="990600"/>
            <a:ext cx="41148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6" name="Title 15"/>
          <p:cNvSpPr>
            <a:spLocks noGrp="1"/>
          </p:cNvSpPr>
          <p:nvPr>
            <p:ph type="title"/>
          </p:nvPr>
        </p:nvSpPr>
        <p:spPr/>
        <p:txBody>
          <a:bodyPr/>
          <a:lstStyle/>
          <a:p>
            <a:r>
              <a:rPr lang="en-US" smtClean="0"/>
              <a:t>Click to edit Master title style</a:t>
            </a:r>
            <a:endParaRPr lang="en-US" dirty="0"/>
          </a:p>
        </p:txBody>
      </p:sp>
      <p:sp>
        <p:nvSpPr>
          <p:cNvPr id="9" name="Date Placeholder 14"/>
          <p:cNvSpPr>
            <a:spLocks noGrp="1"/>
          </p:cNvSpPr>
          <p:nvPr>
            <p:ph type="dt" sz="half" idx="15"/>
          </p:nvPr>
        </p:nvSpPr>
        <p:spPr/>
        <p:txBody>
          <a:bodyPr/>
          <a:lstStyle>
            <a:lvl1pPr>
              <a:defRPr/>
            </a:lvl1pPr>
          </a:lstStyle>
          <a:p>
            <a:pPr>
              <a:defRPr/>
            </a:pPr>
            <a:fld id="{D5593CFC-D274-46C8-8881-E9D2F589A890}" type="datetime1">
              <a:rPr lang="en-US"/>
              <a:pPr>
                <a:defRPr/>
              </a:pPr>
              <a:t>3/23/11</a:t>
            </a:fld>
            <a:endParaRPr lang="en-US"/>
          </a:p>
        </p:txBody>
      </p:sp>
      <p:sp>
        <p:nvSpPr>
          <p:cNvPr id="11" name="Slide Number Placeholder 16"/>
          <p:cNvSpPr>
            <a:spLocks noGrp="1"/>
          </p:cNvSpPr>
          <p:nvPr>
            <p:ph type="sldNum" sz="quarter" idx="16"/>
          </p:nvPr>
        </p:nvSpPr>
        <p:spPr/>
        <p:txBody>
          <a:bodyPr/>
          <a:lstStyle>
            <a:lvl1pPr>
              <a:defRPr/>
            </a:lvl1pPr>
          </a:lstStyle>
          <a:p>
            <a:pPr>
              <a:defRPr/>
            </a:pPr>
            <a:fld id="{8891F9BE-EDEB-4EBB-B63D-F607C35A6546}" type="slidenum">
              <a:rPr lang="en-US"/>
              <a:pPr>
                <a:defRPr/>
              </a:pPr>
              <a:t>‹#›</a:t>
            </a:fld>
            <a:endParaRPr lang="en-US"/>
          </a:p>
        </p:txBody>
      </p:sp>
      <p:sp>
        <p:nvSpPr>
          <p:cNvPr id="13" name="Footer Placeholder 17"/>
          <p:cNvSpPr>
            <a:spLocks noGrp="1"/>
          </p:cNvSpPr>
          <p:nvPr>
            <p:ph type="ftr" sz="quarter" idx="17"/>
          </p:nvPr>
        </p:nvSpPr>
        <p:spPr/>
        <p:txBody>
          <a:bodyPr/>
          <a:lstStyle>
            <a:lvl1pPr>
              <a:defRPr/>
            </a:lvl1pPr>
          </a:lstStyle>
          <a:p>
            <a:pPr>
              <a:defRPr/>
            </a:pPr>
            <a:r>
              <a:rPr lang="en-US"/>
              <a:t>Distribution Statement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6_Custom Layout">
    <p:spTree>
      <p:nvGrpSpPr>
        <p:cNvPr id="1" name=""/>
        <p:cNvGrpSpPr/>
        <p:nvPr/>
      </p:nvGrpSpPr>
      <p:grpSpPr>
        <a:xfrm>
          <a:off x="0" y="0"/>
          <a:ext cx="0" cy="0"/>
          <a:chOff x="0" y="0"/>
          <a:chExt cx="0" cy="0"/>
        </a:xfrm>
      </p:grpSpPr>
      <p:cxnSp>
        <p:nvCxnSpPr>
          <p:cNvPr id="6" name="Straight Connector 7"/>
          <p:cNvCxnSpPr>
            <a:cxnSpLocks noChangeShapeType="1"/>
          </p:cNvCxnSpPr>
          <p:nvPr/>
        </p:nvCxnSpPr>
        <p:spPr bwMode="auto">
          <a:xfrm>
            <a:off x="381000" y="838200"/>
            <a:ext cx="8382000" cy="1588"/>
          </a:xfrm>
          <a:prstGeom prst="line">
            <a:avLst/>
          </a:prstGeom>
          <a:noFill/>
          <a:ln w="22225">
            <a:solidFill>
              <a:srgbClr val="0F5E90"/>
            </a:solidFill>
            <a:round/>
            <a:headEnd/>
            <a:tailEnd/>
          </a:ln>
        </p:spPr>
      </p:cxnSp>
      <p:pic>
        <p:nvPicPr>
          <p:cNvPr id="7" name="Picture 7"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8" name="Content Placeholder 7"/>
          <p:cNvSpPr>
            <a:spLocks noGrp="1"/>
          </p:cNvSpPr>
          <p:nvPr>
            <p:ph sz="quarter" idx="12"/>
          </p:nvPr>
        </p:nvSpPr>
        <p:spPr>
          <a:xfrm>
            <a:off x="381000" y="990600"/>
            <a:ext cx="4114800" cy="2362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Content Placeholder 9"/>
          <p:cNvSpPr>
            <a:spLocks noGrp="1"/>
          </p:cNvSpPr>
          <p:nvPr>
            <p:ph sz="quarter" idx="13"/>
          </p:nvPr>
        </p:nvSpPr>
        <p:spPr>
          <a:xfrm>
            <a:off x="4648200" y="990600"/>
            <a:ext cx="4114800" cy="2362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Content Placeholder 11"/>
          <p:cNvSpPr>
            <a:spLocks noGrp="1"/>
          </p:cNvSpPr>
          <p:nvPr>
            <p:ph sz="quarter" idx="14"/>
          </p:nvPr>
        </p:nvSpPr>
        <p:spPr>
          <a:xfrm>
            <a:off x="381000" y="3505200"/>
            <a:ext cx="8382000" cy="2514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Title 13"/>
          <p:cNvSpPr>
            <a:spLocks noGrp="1"/>
          </p:cNvSpPr>
          <p:nvPr>
            <p:ph type="title"/>
          </p:nvPr>
        </p:nvSpPr>
        <p:spPr/>
        <p:txBody>
          <a:bodyPr/>
          <a:lstStyle/>
          <a:p>
            <a:r>
              <a:rPr lang="en-US" smtClean="0"/>
              <a:t>Click to edit Master title style</a:t>
            </a:r>
            <a:endParaRPr lang="en-US" dirty="0"/>
          </a:p>
        </p:txBody>
      </p:sp>
      <p:sp>
        <p:nvSpPr>
          <p:cNvPr id="9" name="Date Placeholder 15"/>
          <p:cNvSpPr>
            <a:spLocks noGrp="1"/>
          </p:cNvSpPr>
          <p:nvPr>
            <p:ph type="dt" sz="half" idx="15"/>
          </p:nvPr>
        </p:nvSpPr>
        <p:spPr/>
        <p:txBody>
          <a:bodyPr/>
          <a:lstStyle>
            <a:lvl1pPr>
              <a:defRPr/>
            </a:lvl1pPr>
          </a:lstStyle>
          <a:p>
            <a:pPr>
              <a:defRPr/>
            </a:pPr>
            <a:fld id="{09A8B507-52C5-45D2-A736-A91D7DA23866}" type="datetime1">
              <a:rPr lang="en-US"/>
              <a:pPr>
                <a:defRPr/>
              </a:pPr>
              <a:t>3/23/11</a:t>
            </a:fld>
            <a:endParaRPr lang="en-US"/>
          </a:p>
        </p:txBody>
      </p:sp>
      <p:sp>
        <p:nvSpPr>
          <p:cNvPr id="11" name="Slide Number Placeholder 16"/>
          <p:cNvSpPr>
            <a:spLocks noGrp="1"/>
          </p:cNvSpPr>
          <p:nvPr>
            <p:ph type="sldNum" sz="quarter" idx="16"/>
          </p:nvPr>
        </p:nvSpPr>
        <p:spPr/>
        <p:txBody>
          <a:bodyPr/>
          <a:lstStyle>
            <a:lvl1pPr>
              <a:defRPr/>
            </a:lvl1pPr>
          </a:lstStyle>
          <a:p>
            <a:pPr>
              <a:defRPr/>
            </a:pPr>
            <a:fld id="{C1C9CE2A-7DA9-4DC5-AB22-39F2859933A0}" type="slidenum">
              <a:rPr lang="en-US"/>
              <a:pPr>
                <a:defRPr/>
              </a:pPr>
              <a:t>‹#›</a:t>
            </a:fld>
            <a:endParaRPr lang="en-US"/>
          </a:p>
        </p:txBody>
      </p:sp>
      <p:sp>
        <p:nvSpPr>
          <p:cNvPr id="13" name="Footer Placeholder 17"/>
          <p:cNvSpPr>
            <a:spLocks noGrp="1"/>
          </p:cNvSpPr>
          <p:nvPr>
            <p:ph type="ftr" sz="quarter" idx="17"/>
          </p:nvPr>
        </p:nvSpPr>
        <p:spPr/>
        <p:txBody>
          <a:bodyPr/>
          <a:lstStyle>
            <a:lvl1pPr>
              <a:defRPr/>
            </a:lvl1pPr>
          </a:lstStyle>
          <a:p>
            <a:pPr>
              <a:defRPr/>
            </a:pPr>
            <a:r>
              <a:rPr lang="en-US"/>
              <a:t>Distribution Statement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7_Custom Layout">
    <p:spTree>
      <p:nvGrpSpPr>
        <p:cNvPr id="1" name=""/>
        <p:cNvGrpSpPr/>
        <p:nvPr/>
      </p:nvGrpSpPr>
      <p:grpSpPr>
        <a:xfrm>
          <a:off x="0" y="0"/>
          <a:ext cx="0" cy="0"/>
          <a:chOff x="0" y="0"/>
          <a:chExt cx="0" cy="0"/>
        </a:xfrm>
      </p:grpSpPr>
      <p:cxnSp>
        <p:nvCxnSpPr>
          <p:cNvPr id="6" name="Straight Connector 7"/>
          <p:cNvCxnSpPr>
            <a:cxnSpLocks noChangeShapeType="1"/>
          </p:cNvCxnSpPr>
          <p:nvPr/>
        </p:nvCxnSpPr>
        <p:spPr bwMode="auto">
          <a:xfrm>
            <a:off x="381000" y="838200"/>
            <a:ext cx="8382000" cy="1588"/>
          </a:xfrm>
          <a:prstGeom prst="line">
            <a:avLst/>
          </a:prstGeom>
          <a:noFill/>
          <a:ln w="22225">
            <a:solidFill>
              <a:srgbClr val="0F5E90"/>
            </a:solidFill>
            <a:round/>
            <a:headEnd/>
            <a:tailEnd/>
          </a:ln>
        </p:spPr>
      </p:cxnSp>
      <p:pic>
        <p:nvPicPr>
          <p:cNvPr id="7" name="Picture 7"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10" name="Content Placeholder 9"/>
          <p:cNvSpPr>
            <a:spLocks noGrp="1"/>
          </p:cNvSpPr>
          <p:nvPr>
            <p:ph sz="quarter" idx="12"/>
          </p:nvPr>
        </p:nvSpPr>
        <p:spPr>
          <a:xfrm>
            <a:off x="381000" y="990600"/>
            <a:ext cx="26670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Content Placeholder 11"/>
          <p:cNvSpPr>
            <a:spLocks noGrp="1"/>
          </p:cNvSpPr>
          <p:nvPr>
            <p:ph sz="quarter" idx="13"/>
          </p:nvPr>
        </p:nvSpPr>
        <p:spPr>
          <a:xfrm>
            <a:off x="3200400" y="990600"/>
            <a:ext cx="27432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Content Placeholder 13"/>
          <p:cNvSpPr>
            <a:spLocks noGrp="1"/>
          </p:cNvSpPr>
          <p:nvPr>
            <p:ph sz="quarter" idx="14"/>
          </p:nvPr>
        </p:nvSpPr>
        <p:spPr>
          <a:xfrm>
            <a:off x="6096000" y="990600"/>
            <a:ext cx="26670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Title 16"/>
          <p:cNvSpPr>
            <a:spLocks noGrp="1"/>
          </p:cNvSpPr>
          <p:nvPr>
            <p:ph type="title"/>
          </p:nvPr>
        </p:nvSpPr>
        <p:spPr/>
        <p:txBody>
          <a:bodyPr/>
          <a:lstStyle/>
          <a:p>
            <a:r>
              <a:rPr lang="en-US" smtClean="0"/>
              <a:t>Click to edit Master title style</a:t>
            </a:r>
            <a:endParaRPr lang="en-US" dirty="0"/>
          </a:p>
        </p:txBody>
      </p:sp>
      <p:sp>
        <p:nvSpPr>
          <p:cNvPr id="8" name="Date Placeholder 14"/>
          <p:cNvSpPr>
            <a:spLocks noGrp="1"/>
          </p:cNvSpPr>
          <p:nvPr>
            <p:ph type="dt" sz="half" idx="15"/>
          </p:nvPr>
        </p:nvSpPr>
        <p:spPr/>
        <p:txBody>
          <a:bodyPr/>
          <a:lstStyle>
            <a:lvl1pPr>
              <a:defRPr/>
            </a:lvl1pPr>
          </a:lstStyle>
          <a:p>
            <a:pPr>
              <a:defRPr/>
            </a:pPr>
            <a:fld id="{B094186C-592D-4355-95FF-AE2F18F80894}" type="datetime1">
              <a:rPr lang="en-US"/>
              <a:pPr>
                <a:defRPr/>
              </a:pPr>
              <a:t>3/23/11</a:t>
            </a:fld>
            <a:endParaRPr lang="en-US"/>
          </a:p>
        </p:txBody>
      </p:sp>
      <p:sp>
        <p:nvSpPr>
          <p:cNvPr id="9" name="Slide Number Placeholder 15"/>
          <p:cNvSpPr>
            <a:spLocks noGrp="1"/>
          </p:cNvSpPr>
          <p:nvPr>
            <p:ph type="sldNum" sz="quarter" idx="16"/>
          </p:nvPr>
        </p:nvSpPr>
        <p:spPr/>
        <p:txBody>
          <a:bodyPr/>
          <a:lstStyle>
            <a:lvl1pPr>
              <a:defRPr/>
            </a:lvl1pPr>
          </a:lstStyle>
          <a:p>
            <a:pPr>
              <a:defRPr/>
            </a:pPr>
            <a:fld id="{89621CF1-C036-4FCE-8A46-8FB0CC474CF3}" type="slidenum">
              <a:rPr lang="en-US"/>
              <a:pPr>
                <a:defRPr/>
              </a:pPr>
              <a:t>‹#›</a:t>
            </a:fld>
            <a:endParaRPr lang="en-US"/>
          </a:p>
        </p:txBody>
      </p:sp>
      <p:sp>
        <p:nvSpPr>
          <p:cNvPr id="11" name="Footer Placeholder 17"/>
          <p:cNvSpPr>
            <a:spLocks noGrp="1"/>
          </p:cNvSpPr>
          <p:nvPr>
            <p:ph type="ftr" sz="quarter" idx="17"/>
          </p:nvPr>
        </p:nvSpPr>
        <p:spPr/>
        <p:txBody>
          <a:bodyPr/>
          <a:lstStyle>
            <a:lvl1pPr>
              <a:defRPr/>
            </a:lvl1pPr>
          </a:lstStyle>
          <a:p>
            <a:pPr>
              <a:defRPr/>
            </a:pPr>
            <a:r>
              <a:rPr lang="en-US"/>
              <a:t>Distribution Statement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8_Custom Layout">
    <p:spTree>
      <p:nvGrpSpPr>
        <p:cNvPr id="1" name=""/>
        <p:cNvGrpSpPr/>
        <p:nvPr/>
      </p:nvGrpSpPr>
      <p:grpSpPr>
        <a:xfrm>
          <a:off x="0" y="0"/>
          <a:ext cx="0" cy="0"/>
          <a:chOff x="0" y="0"/>
          <a:chExt cx="0" cy="0"/>
        </a:xfrm>
      </p:grpSpPr>
      <p:cxnSp>
        <p:nvCxnSpPr>
          <p:cNvPr id="7" name="Straight Connector 6"/>
          <p:cNvCxnSpPr>
            <a:cxnSpLocks noChangeShapeType="1"/>
          </p:cNvCxnSpPr>
          <p:nvPr/>
        </p:nvCxnSpPr>
        <p:spPr bwMode="auto">
          <a:xfrm>
            <a:off x="381000" y="838200"/>
            <a:ext cx="8382000" cy="1588"/>
          </a:xfrm>
          <a:prstGeom prst="line">
            <a:avLst/>
          </a:prstGeom>
          <a:noFill/>
          <a:ln w="22225">
            <a:solidFill>
              <a:srgbClr val="0F5E90"/>
            </a:solidFill>
            <a:round/>
            <a:headEnd/>
            <a:tailEnd/>
          </a:ln>
        </p:spPr>
      </p:cxnSp>
      <p:pic>
        <p:nvPicPr>
          <p:cNvPr id="8" name="Picture 7"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5" name="Content Placeholder 7"/>
          <p:cNvSpPr>
            <a:spLocks noGrp="1"/>
          </p:cNvSpPr>
          <p:nvPr>
            <p:ph sz="quarter" idx="12"/>
          </p:nvPr>
        </p:nvSpPr>
        <p:spPr>
          <a:xfrm>
            <a:off x="381000" y="990600"/>
            <a:ext cx="41148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3"/>
          </p:nvPr>
        </p:nvSpPr>
        <p:spPr>
          <a:xfrm>
            <a:off x="4648200" y="990600"/>
            <a:ext cx="41148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2"/>
          <p:cNvSpPr>
            <a:spLocks noGrp="1"/>
          </p:cNvSpPr>
          <p:nvPr>
            <p:ph sz="quarter" idx="14"/>
          </p:nvPr>
        </p:nvSpPr>
        <p:spPr>
          <a:xfrm>
            <a:off x="381000" y="3581400"/>
            <a:ext cx="41148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5" name="Content Placeholder 14"/>
          <p:cNvSpPr>
            <a:spLocks noGrp="1"/>
          </p:cNvSpPr>
          <p:nvPr>
            <p:ph sz="quarter" idx="15"/>
          </p:nvPr>
        </p:nvSpPr>
        <p:spPr>
          <a:xfrm>
            <a:off x="4648200" y="3581400"/>
            <a:ext cx="41148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20" name="Title 19"/>
          <p:cNvSpPr>
            <a:spLocks noGrp="1"/>
          </p:cNvSpPr>
          <p:nvPr>
            <p:ph type="title"/>
          </p:nvPr>
        </p:nvSpPr>
        <p:spPr/>
        <p:txBody>
          <a:bodyPr/>
          <a:lstStyle/>
          <a:p>
            <a:r>
              <a:rPr lang="en-US" smtClean="0"/>
              <a:t>Click to edit Master title style</a:t>
            </a:r>
            <a:endParaRPr lang="en-US" dirty="0"/>
          </a:p>
        </p:txBody>
      </p:sp>
      <p:sp>
        <p:nvSpPr>
          <p:cNvPr id="9" name="Date Placeholder 15"/>
          <p:cNvSpPr>
            <a:spLocks noGrp="1"/>
          </p:cNvSpPr>
          <p:nvPr>
            <p:ph type="dt" sz="half" idx="16"/>
          </p:nvPr>
        </p:nvSpPr>
        <p:spPr/>
        <p:txBody>
          <a:bodyPr/>
          <a:lstStyle>
            <a:lvl1pPr>
              <a:defRPr/>
            </a:lvl1pPr>
          </a:lstStyle>
          <a:p>
            <a:pPr>
              <a:defRPr/>
            </a:pPr>
            <a:fld id="{8793C933-5C7D-4707-A880-BE73484AD663}" type="datetime1">
              <a:rPr lang="en-US"/>
              <a:pPr>
                <a:defRPr/>
              </a:pPr>
              <a:t>3/23/11</a:t>
            </a:fld>
            <a:endParaRPr lang="en-US"/>
          </a:p>
        </p:txBody>
      </p:sp>
      <p:sp>
        <p:nvSpPr>
          <p:cNvPr id="10" name="Slide Number Placeholder 16"/>
          <p:cNvSpPr>
            <a:spLocks noGrp="1"/>
          </p:cNvSpPr>
          <p:nvPr>
            <p:ph type="sldNum" sz="quarter" idx="17"/>
          </p:nvPr>
        </p:nvSpPr>
        <p:spPr/>
        <p:txBody>
          <a:bodyPr/>
          <a:lstStyle>
            <a:lvl1pPr>
              <a:defRPr/>
            </a:lvl1pPr>
          </a:lstStyle>
          <a:p>
            <a:pPr>
              <a:defRPr/>
            </a:pPr>
            <a:fld id="{986B495A-4C9B-49EA-8714-EAFBF623E24E}" type="slidenum">
              <a:rPr lang="en-US"/>
              <a:pPr>
                <a:defRPr/>
              </a:pPr>
              <a:t>‹#›</a:t>
            </a:fld>
            <a:endParaRPr lang="en-US"/>
          </a:p>
        </p:txBody>
      </p:sp>
      <p:sp>
        <p:nvSpPr>
          <p:cNvPr id="12" name="Footer Placeholder 17"/>
          <p:cNvSpPr>
            <a:spLocks noGrp="1"/>
          </p:cNvSpPr>
          <p:nvPr>
            <p:ph type="ftr" sz="quarter" idx="18"/>
          </p:nvPr>
        </p:nvSpPr>
        <p:spPr/>
        <p:txBody>
          <a:bodyPr/>
          <a:lstStyle>
            <a:lvl1pPr>
              <a:defRPr/>
            </a:lvl1pPr>
          </a:lstStyle>
          <a:p>
            <a:pPr>
              <a:defRPr/>
            </a:pPr>
            <a:r>
              <a:rPr lang="en-US"/>
              <a:t>Distribution Statement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cxnSp>
        <p:nvCxnSpPr>
          <p:cNvPr id="5" name="Straight Connector 7"/>
          <p:cNvCxnSpPr>
            <a:cxnSpLocks noChangeShapeType="1"/>
          </p:cNvCxnSpPr>
          <p:nvPr/>
        </p:nvCxnSpPr>
        <p:spPr bwMode="auto">
          <a:xfrm>
            <a:off x="381000" y="838200"/>
            <a:ext cx="8382000" cy="1588"/>
          </a:xfrm>
          <a:prstGeom prst="line">
            <a:avLst/>
          </a:prstGeom>
          <a:noFill/>
          <a:ln w="22225">
            <a:solidFill>
              <a:srgbClr val="0F5E90"/>
            </a:solidFill>
            <a:round/>
            <a:headEnd/>
            <a:tailEnd/>
          </a:ln>
        </p:spPr>
      </p:cxnSp>
      <p:pic>
        <p:nvPicPr>
          <p:cNvPr id="6" name="Picture 7"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2" name="Title 1"/>
          <p:cNvSpPr>
            <a:spLocks noGrp="1"/>
          </p:cNvSpPr>
          <p:nvPr>
            <p:ph type="title"/>
          </p:nvPr>
        </p:nvSpPr>
        <p:spPr>
          <a:xfrm>
            <a:off x="381000" y="990601"/>
            <a:ext cx="3084513" cy="762000"/>
          </a:xfrm>
          <a:prstGeom prst="rect">
            <a:avLst/>
          </a:prstGeom>
        </p:spPr>
        <p:txBody>
          <a:bodyPr anchor="b"/>
          <a:lstStyle>
            <a:lvl1pPr algn="l">
              <a:defRPr sz="2400" b="1"/>
            </a:lvl1pPr>
          </a:lstStyle>
          <a:p>
            <a:r>
              <a:rPr lang="en-US" smtClean="0"/>
              <a:t>Click to edit Master title style</a:t>
            </a:r>
            <a:endParaRPr lang="en-US" dirty="0"/>
          </a:p>
        </p:txBody>
      </p:sp>
      <p:sp>
        <p:nvSpPr>
          <p:cNvPr id="3" name="Content Placeholder 2"/>
          <p:cNvSpPr>
            <a:spLocks noGrp="1"/>
          </p:cNvSpPr>
          <p:nvPr>
            <p:ph idx="1"/>
          </p:nvPr>
        </p:nvSpPr>
        <p:spPr>
          <a:xfrm>
            <a:off x="3575050" y="990601"/>
            <a:ext cx="5187950" cy="5029199"/>
          </a:xfrm>
        </p:spPr>
        <p:txBody>
          <a:bodyPr/>
          <a:lstStyle>
            <a:lvl1pPr>
              <a:defRPr sz="1800"/>
            </a:lvl1pPr>
            <a:lvl2pPr>
              <a:defRPr sz="1600"/>
            </a:lvl2pPr>
            <a:lvl3pPr>
              <a:defRPr sz="1400"/>
            </a:lvl3pPr>
            <a:lvl4pPr>
              <a:defRPr sz="1300"/>
            </a:lvl4pPr>
            <a:lvl5pPr>
              <a:defRPr sz="13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381000" y="1752600"/>
            <a:ext cx="3084513" cy="42671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10"/>
          <p:cNvSpPr>
            <a:spLocks noGrp="1"/>
          </p:cNvSpPr>
          <p:nvPr>
            <p:ph type="dt" sz="half" idx="10"/>
          </p:nvPr>
        </p:nvSpPr>
        <p:spPr/>
        <p:txBody>
          <a:bodyPr/>
          <a:lstStyle>
            <a:lvl1pPr>
              <a:defRPr/>
            </a:lvl1pPr>
          </a:lstStyle>
          <a:p>
            <a:pPr>
              <a:defRPr/>
            </a:pPr>
            <a:fld id="{2147278C-2D34-4B65-99E5-11375BB6C516}" type="datetime1">
              <a:rPr lang="en-US"/>
              <a:pPr>
                <a:defRPr/>
              </a:pPr>
              <a:t>3/23/11</a:t>
            </a:fld>
            <a:endParaRPr lang="en-US"/>
          </a:p>
        </p:txBody>
      </p:sp>
      <p:sp>
        <p:nvSpPr>
          <p:cNvPr id="8" name="Slide Number Placeholder 11"/>
          <p:cNvSpPr>
            <a:spLocks noGrp="1"/>
          </p:cNvSpPr>
          <p:nvPr>
            <p:ph type="sldNum" sz="quarter" idx="11"/>
          </p:nvPr>
        </p:nvSpPr>
        <p:spPr/>
        <p:txBody>
          <a:bodyPr/>
          <a:lstStyle>
            <a:lvl1pPr>
              <a:defRPr/>
            </a:lvl1pPr>
          </a:lstStyle>
          <a:p>
            <a:pPr>
              <a:defRPr/>
            </a:pPr>
            <a:fld id="{EB78BBD9-13B4-46A4-8149-53D3F6235FD4}" type="slidenum">
              <a:rPr lang="en-US"/>
              <a:pPr>
                <a:defRPr/>
              </a:pPr>
              <a:t>‹#›</a:t>
            </a:fld>
            <a:endParaRPr lang="en-US"/>
          </a:p>
        </p:txBody>
      </p:sp>
      <p:sp>
        <p:nvSpPr>
          <p:cNvPr id="9" name="Footer Placeholder 12"/>
          <p:cNvSpPr>
            <a:spLocks noGrp="1"/>
          </p:cNvSpPr>
          <p:nvPr>
            <p:ph type="ftr" sz="quarter" idx="12"/>
          </p:nvPr>
        </p:nvSpPr>
        <p:spPr/>
        <p:txBody>
          <a:bodyPr/>
          <a:lstStyle>
            <a:lvl1pPr>
              <a:defRPr/>
            </a:lvl1pPr>
          </a:lstStyle>
          <a:p>
            <a:pPr>
              <a:defRPr/>
            </a:pPr>
            <a:r>
              <a:rPr lang="en-US"/>
              <a:t>Distribution Statement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cxnSp>
        <p:nvCxnSpPr>
          <p:cNvPr id="5" name="Straight Connector 7"/>
          <p:cNvCxnSpPr>
            <a:cxnSpLocks noChangeShapeType="1"/>
          </p:cNvCxnSpPr>
          <p:nvPr/>
        </p:nvCxnSpPr>
        <p:spPr bwMode="auto">
          <a:xfrm>
            <a:off x="381000" y="838200"/>
            <a:ext cx="8382000" cy="1588"/>
          </a:xfrm>
          <a:prstGeom prst="line">
            <a:avLst/>
          </a:prstGeom>
          <a:noFill/>
          <a:ln w="22225">
            <a:solidFill>
              <a:srgbClr val="0F5E90"/>
            </a:solidFill>
            <a:round/>
            <a:headEnd/>
            <a:tailEnd/>
          </a:ln>
        </p:spPr>
      </p:cxnSp>
      <p:pic>
        <p:nvPicPr>
          <p:cNvPr id="6" name="Picture 7"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2" name="Title 1"/>
          <p:cNvSpPr>
            <a:spLocks noGrp="1"/>
          </p:cNvSpPr>
          <p:nvPr>
            <p:ph type="title"/>
          </p:nvPr>
        </p:nvSpPr>
        <p:spPr>
          <a:xfrm>
            <a:off x="381000" y="4495800"/>
            <a:ext cx="8382000" cy="566738"/>
          </a:xfrm>
          <a:prstGeom prst="rect">
            <a:avLst/>
          </a:prstGeom>
        </p:spPr>
        <p:txBody>
          <a:bodyPr anchor="b">
            <a:normAutofit/>
          </a:bodyPr>
          <a:lstStyle>
            <a:lvl1pPr algn="l">
              <a:defRPr sz="2400" b="1"/>
            </a:lvl1pPr>
          </a:lstStyle>
          <a:p>
            <a:r>
              <a:rPr lang="en-US" smtClean="0"/>
              <a:t>Click to edit Master title style</a:t>
            </a:r>
            <a:endParaRPr lang="en-US" dirty="0"/>
          </a:p>
        </p:txBody>
      </p:sp>
      <p:sp>
        <p:nvSpPr>
          <p:cNvPr id="3" name="Picture Placeholder 2"/>
          <p:cNvSpPr>
            <a:spLocks noGrp="1"/>
          </p:cNvSpPr>
          <p:nvPr>
            <p:ph type="pic" idx="1"/>
          </p:nvPr>
        </p:nvSpPr>
        <p:spPr>
          <a:xfrm>
            <a:off x="381000" y="990600"/>
            <a:ext cx="8382000" cy="34290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smtClean="0"/>
          </a:p>
        </p:txBody>
      </p:sp>
      <p:sp>
        <p:nvSpPr>
          <p:cNvPr id="4" name="Text Placeholder 3"/>
          <p:cNvSpPr>
            <a:spLocks noGrp="1"/>
          </p:cNvSpPr>
          <p:nvPr>
            <p:ph type="body" sz="half" idx="2"/>
          </p:nvPr>
        </p:nvSpPr>
        <p:spPr>
          <a:xfrm>
            <a:off x="381000" y="5062538"/>
            <a:ext cx="8382000" cy="8810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12"/>
          <p:cNvSpPr>
            <a:spLocks noGrp="1"/>
          </p:cNvSpPr>
          <p:nvPr>
            <p:ph type="dt" sz="half" idx="10"/>
          </p:nvPr>
        </p:nvSpPr>
        <p:spPr/>
        <p:txBody>
          <a:bodyPr/>
          <a:lstStyle>
            <a:lvl1pPr>
              <a:defRPr/>
            </a:lvl1pPr>
          </a:lstStyle>
          <a:p>
            <a:pPr>
              <a:defRPr/>
            </a:pPr>
            <a:fld id="{6FA8419D-D64B-4333-9192-45A270C34C11}" type="datetime1">
              <a:rPr lang="en-US"/>
              <a:pPr>
                <a:defRPr/>
              </a:pPr>
              <a:t>3/23/11</a:t>
            </a:fld>
            <a:endParaRPr lang="en-US"/>
          </a:p>
        </p:txBody>
      </p:sp>
      <p:sp>
        <p:nvSpPr>
          <p:cNvPr id="8" name="Slide Number Placeholder 13"/>
          <p:cNvSpPr>
            <a:spLocks noGrp="1"/>
          </p:cNvSpPr>
          <p:nvPr>
            <p:ph type="sldNum" sz="quarter" idx="11"/>
          </p:nvPr>
        </p:nvSpPr>
        <p:spPr/>
        <p:txBody>
          <a:bodyPr/>
          <a:lstStyle>
            <a:lvl1pPr>
              <a:defRPr/>
            </a:lvl1pPr>
          </a:lstStyle>
          <a:p>
            <a:pPr>
              <a:defRPr/>
            </a:pPr>
            <a:fld id="{993AE918-905A-4D40-B73A-DB36ED2798F0}" type="slidenum">
              <a:rPr lang="en-US"/>
              <a:pPr>
                <a:defRPr/>
              </a:pPr>
              <a:t>‹#›</a:t>
            </a:fld>
            <a:endParaRPr lang="en-US"/>
          </a:p>
        </p:txBody>
      </p:sp>
      <p:sp>
        <p:nvSpPr>
          <p:cNvPr id="9" name="Footer Placeholder 14"/>
          <p:cNvSpPr>
            <a:spLocks noGrp="1"/>
          </p:cNvSpPr>
          <p:nvPr>
            <p:ph type="ftr" sz="quarter" idx="12"/>
          </p:nvPr>
        </p:nvSpPr>
        <p:spPr/>
        <p:txBody>
          <a:bodyPr/>
          <a:lstStyle>
            <a:lvl1pPr>
              <a:defRPr/>
            </a:lvl1pPr>
          </a:lstStyle>
          <a:p>
            <a:pPr>
              <a:defRPr/>
            </a:pPr>
            <a:r>
              <a:rPr lang="en-US"/>
              <a:t>Distribution Statement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9_Custom Layout">
    <p:spTree>
      <p:nvGrpSpPr>
        <p:cNvPr id="1" name=""/>
        <p:cNvGrpSpPr/>
        <p:nvPr/>
      </p:nvGrpSpPr>
      <p:grpSpPr>
        <a:xfrm>
          <a:off x="0" y="0"/>
          <a:ext cx="0" cy="0"/>
          <a:chOff x="0" y="0"/>
          <a:chExt cx="0" cy="0"/>
        </a:xfrm>
      </p:grpSpPr>
      <p:cxnSp>
        <p:nvCxnSpPr>
          <p:cNvPr id="8" name="Straight Connector 6"/>
          <p:cNvCxnSpPr>
            <a:cxnSpLocks noChangeShapeType="1"/>
          </p:cNvCxnSpPr>
          <p:nvPr/>
        </p:nvCxnSpPr>
        <p:spPr bwMode="auto">
          <a:xfrm>
            <a:off x="381000" y="838200"/>
            <a:ext cx="8382000" cy="1588"/>
          </a:xfrm>
          <a:prstGeom prst="line">
            <a:avLst/>
          </a:prstGeom>
          <a:noFill/>
          <a:ln w="22225">
            <a:solidFill>
              <a:srgbClr val="0F5E90"/>
            </a:solidFill>
            <a:round/>
            <a:headEnd/>
            <a:tailEnd/>
          </a:ln>
        </p:spPr>
      </p:cxnSp>
      <p:pic>
        <p:nvPicPr>
          <p:cNvPr id="10" name="Picture 7"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7" name="Content Placeholder 7"/>
          <p:cNvSpPr>
            <a:spLocks noGrp="1"/>
          </p:cNvSpPr>
          <p:nvPr>
            <p:ph sz="quarter" idx="12"/>
          </p:nvPr>
        </p:nvSpPr>
        <p:spPr>
          <a:xfrm>
            <a:off x="381000" y="990600"/>
            <a:ext cx="24384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9" name="Content Placeholder 8"/>
          <p:cNvSpPr>
            <a:spLocks noGrp="1"/>
          </p:cNvSpPr>
          <p:nvPr>
            <p:ph sz="quarter" idx="13"/>
          </p:nvPr>
        </p:nvSpPr>
        <p:spPr>
          <a:xfrm>
            <a:off x="381000" y="3581400"/>
            <a:ext cx="24384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Content Placeholder 10"/>
          <p:cNvSpPr>
            <a:spLocks noGrp="1"/>
          </p:cNvSpPr>
          <p:nvPr>
            <p:ph sz="quarter" idx="14"/>
          </p:nvPr>
        </p:nvSpPr>
        <p:spPr>
          <a:xfrm>
            <a:off x="6324600" y="990600"/>
            <a:ext cx="24384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3" name="Content Placeholder 12"/>
          <p:cNvSpPr>
            <a:spLocks noGrp="1"/>
          </p:cNvSpPr>
          <p:nvPr>
            <p:ph sz="quarter" idx="15"/>
          </p:nvPr>
        </p:nvSpPr>
        <p:spPr>
          <a:xfrm>
            <a:off x="6324600" y="3581400"/>
            <a:ext cx="24384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5" name="Content Placeholder 14"/>
          <p:cNvSpPr>
            <a:spLocks noGrp="1"/>
          </p:cNvSpPr>
          <p:nvPr>
            <p:ph sz="quarter" idx="16"/>
          </p:nvPr>
        </p:nvSpPr>
        <p:spPr>
          <a:xfrm>
            <a:off x="2971800" y="990600"/>
            <a:ext cx="32004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Date Placeholder 17"/>
          <p:cNvSpPr>
            <a:spLocks noGrp="1"/>
          </p:cNvSpPr>
          <p:nvPr>
            <p:ph type="dt" sz="half" idx="17"/>
          </p:nvPr>
        </p:nvSpPr>
        <p:spPr/>
        <p:txBody>
          <a:bodyPr/>
          <a:lstStyle>
            <a:lvl1pPr>
              <a:defRPr/>
            </a:lvl1pPr>
          </a:lstStyle>
          <a:p>
            <a:pPr>
              <a:defRPr/>
            </a:pPr>
            <a:fld id="{D8BF4C1E-FAC3-43C8-92ED-0CB38A7E44BF}" type="datetime1">
              <a:rPr lang="en-US"/>
              <a:pPr>
                <a:defRPr/>
              </a:pPr>
              <a:t>3/23/11</a:t>
            </a:fld>
            <a:endParaRPr lang="en-US"/>
          </a:p>
        </p:txBody>
      </p:sp>
      <p:sp>
        <p:nvSpPr>
          <p:cNvPr id="14" name="Slide Number Placeholder 18"/>
          <p:cNvSpPr>
            <a:spLocks noGrp="1"/>
          </p:cNvSpPr>
          <p:nvPr>
            <p:ph type="sldNum" sz="quarter" idx="18"/>
          </p:nvPr>
        </p:nvSpPr>
        <p:spPr/>
        <p:txBody>
          <a:bodyPr/>
          <a:lstStyle>
            <a:lvl1pPr>
              <a:defRPr/>
            </a:lvl1pPr>
          </a:lstStyle>
          <a:p>
            <a:pPr>
              <a:defRPr/>
            </a:pPr>
            <a:fld id="{DDC501BB-2E79-4C93-AB3A-0AB55D7D4C30}" type="slidenum">
              <a:rPr lang="en-US"/>
              <a:pPr>
                <a:defRPr/>
              </a:pPr>
              <a:t>‹#›</a:t>
            </a:fld>
            <a:endParaRPr lang="en-US"/>
          </a:p>
        </p:txBody>
      </p:sp>
      <p:sp>
        <p:nvSpPr>
          <p:cNvPr id="16" name="Footer Placeholder 19"/>
          <p:cNvSpPr>
            <a:spLocks noGrp="1"/>
          </p:cNvSpPr>
          <p:nvPr>
            <p:ph type="ftr" sz="quarter" idx="19"/>
          </p:nvPr>
        </p:nvSpPr>
        <p:spPr/>
        <p:txBody>
          <a:bodyPr/>
          <a:lstStyle>
            <a:lvl1pPr>
              <a:defRPr/>
            </a:lvl1pPr>
          </a:lstStyle>
          <a:p>
            <a:pPr>
              <a:defRPr/>
            </a:pPr>
            <a:r>
              <a:rPr lang="en-US"/>
              <a:t>Distribution Statement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10_Custom Layout">
    <p:spTree>
      <p:nvGrpSpPr>
        <p:cNvPr id="1" name=""/>
        <p:cNvGrpSpPr/>
        <p:nvPr/>
      </p:nvGrpSpPr>
      <p:grpSpPr>
        <a:xfrm>
          <a:off x="0" y="0"/>
          <a:ext cx="0" cy="0"/>
          <a:chOff x="0" y="0"/>
          <a:chExt cx="0" cy="0"/>
        </a:xfrm>
      </p:grpSpPr>
      <p:cxnSp>
        <p:nvCxnSpPr>
          <p:cNvPr id="10" name="Straight Connector 7"/>
          <p:cNvCxnSpPr>
            <a:cxnSpLocks noChangeShapeType="1"/>
          </p:cNvCxnSpPr>
          <p:nvPr/>
        </p:nvCxnSpPr>
        <p:spPr bwMode="auto">
          <a:xfrm>
            <a:off x="381000" y="836613"/>
            <a:ext cx="8382000" cy="1587"/>
          </a:xfrm>
          <a:prstGeom prst="line">
            <a:avLst/>
          </a:prstGeom>
          <a:noFill/>
          <a:ln w="22225">
            <a:solidFill>
              <a:srgbClr val="0F5E90"/>
            </a:solidFill>
            <a:round/>
            <a:headEnd/>
            <a:tailEnd/>
          </a:ln>
        </p:spPr>
      </p:cxnSp>
      <p:pic>
        <p:nvPicPr>
          <p:cNvPr id="12" name="Picture 7" descr="TITLE-HEADER LOGO.png"/>
          <p:cNvPicPr>
            <a:picLocks noChangeAspect="1"/>
          </p:cNvPicPr>
          <p:nvPr userDrawn="1"/>
        </p:nvPicPr>
        <p:blipFill>
          <a:blip r:embed="rId2" cstate="print"/>
          <a:srcRect/>
          <a:stretch>
            <a:fillRect/>
          </a:stretch>
        </p:blipFill>
        <p:spPr bwMode="auto">
          <a:xfrm>
            <a:off x="152400" y="-76200"/>
            <a:ext cx="1547813" cy="1066800"/>
          </a:xfrm>
          <a:prstGeom prst="rect">
            <a:avLst/>
          </a:prstGeom>
          <a:noFill/>
          <a:ln w="9525">
            <a:noFill/>
            <a:miter lim="800000"/>
            <a:headEnd/>
            <a:tailEnd/>
          </a:ln>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7" name="Content Placeholder 7"/>
          <p:cNvSpPr>
            <a:spLocks noGrp="1"/>
          </p:cNvSpPr>
          <p:nvPr>
            <p:ph sz="quarter" idx="12"/>
          </p:nvPr>
        </p:nvSpPr>
        <p:spPr>
          <a:xfrm>
            <a:off x="381000" y="990600"/>
            <a:ext cx="24384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9" name="Content Placeholder 8"/>
          <p:cNvSpPr>
            <a:spLocks noGrp="1"/>
          </p:cNvSpPr>
          <p:nvPr>
            <p:ph sz="quarter" idx="13"/>
          </p:nvPr>
        </p:nvSpPr>
        <p:spPr>
          <a:xfrm>
            <a:off x="381000" y="3581400"/>
            <a:ext cx="24384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Content Placeholder 10"/>
          <p:cNvSpPr>
            <a:spLocks noGrp="1"/>
          </p:cNvSpPr>
          <p:nvPr>
            <p:ph sz="quarter" idx="14"/>
          </p:nvPr>
        </p:nvSpPr>
        <p:spPr>
          <a:xfrm>
            <a:off x="6324600" y="990600"/>
            <a:ext cx="24384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3" name="Content Placeholder 12"/>
          <p:cNvSpPr>
            <a:spLocks noGrp="1"/>
          </p:cNvSpPr>
          <p:nvPr>
            <p:ph sz="quarter" idx="15"/>
          </p:nvPr>
        </p:nvSpPr>
        <p:spPr>
          <a:xfrm>
            <a:off x="6324600" y="3581400"/>
            <a:ext cx="24384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5" name="Content Placeholder 14"/>
          <p:cNvSpPr>
            <a:spLocks noGrp="1"/>
          </p:cNvSpPr>
          <p:nvPr>
            <p:ph sz="quarter" idx="16"/>
          </p:nvPr>
        </p:nvSpPr>
        <p:spPr>
          <a:xfrm>
            <a:off x="2971800" y="1524000"/>
            <a:ext cx="3200400"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Content Placeholder 13"/>
          <p:cNvSpPr>
            <a:spLocks noGrp="1"/>
          </p:cNvSpPr>
          <p:nvPr>
            <p:ph sz="quarter" idx="17"/>
          </p:nvPr>
        </p:nvSpPr>
        <p:spPr>
          <a:xfrm>
            <a:off x="2971800" y="990600"/>
            <a:ext cx="3200400" cy="381000"/>
          </a:xfrm>
        </p:spPr>
        <p:txBody>
          <a:bodyPr/>
          <a:lstStyle>
            <a:lvl1pPr algn="ctr">
              <a:buNone/>
              <a:defRPr sz="1600" b="1"/>
            </a:lvl1pPr>
          </a:lstStyle>
          <a:p>
            <a:pPr lvl="0"/>
            <a:r>
              <a:rPr lang="en-US" smtClean="0"/>
              <a:t>Click to edit Master text styles</a:t>
            </a:r>
          </a:p>
        </p:txBody>
      </p:sp>
      <p:sp>
        <p:nvSpPr>
          <p:cNvPr id="16" name="Date Placeholder 19"/>
          <p:cNvSpPr>
            <a:spLocks noGrp="1"/>
          </p:cNvSpPr>
          <p:nvPr>
            <p:ph type="dt" sz="half" idx="18"/>
          </p:nvPr>
        </p:nvSpPr>
        <p:spPr/>
        <p:txBody>
          <a:bodyPr/>
          <a:lstStyle>
            <a:lvl1pPr>
              <a:defRPr/>
            </a:lvl1pPr>
          </a:lstStyle>
          <a:p>
            <a:pPr>
              <a:defRPr/>
            </a:pPr>
            <a:fld id="{B3C66E03-7756-4CBD-A53E-652184963687}" type="datetime1">
              <a:rPr lang="en-US"/>
              <a:pPr>
                <a:defRPr/>
              </a:pPr>
              <a:t>3/23/11</a:t>
            </a:fld>
            <a:endParaRPr lang="en-US"/>
          </a:p>
        </p:txBody>
      </p:sp>
      <p:sp>
        <p:nvSpPr>
          <p:cNvPr id="17" name="Slide Number Placeholder 20"/>
          <p:cNvSpPr>
            <a:spLocks noGrp="1"/>
          </p:cNvSpPr>
          <p:nvPr>
            <p:ph type="sldNum" sz="quarter" idx="19"/>
          </p:nvPr>
        </p:nvSpPr>
        <p:spPr/>
        <p:txBody>
          <a:bodyPr/>
          <a:lstStyle>
            <a:lvl1pPr>
              <a:defRPr/>
            </a:lvl1pPr>
          </a:lstStyle>
          <a:p>
            <a:pPr>
              <a:defRPr/>
            </a:pPr>
            <a:fld id="{56359001-76B8-4A23-983C-7F9C46636C0F}" type="slidenum">
              <a:rPr lang="en-US"/>
              <a:pPr>
                <a:defRPr/>
              </a:pPr>
              <a:t>‹#›</a:t>
            </a:fld>
            <a:endParaRPr lang="en-US"/>
          </a:p>
        </p:txBody>
      </p:sp>
      <p:sp>
        <p:nvSpPr>
          <p:cNvPr id="18" name="Footer Placeholder 21"/>
          <p:cNvSpPr>
            <a:spLocks noGrp="1"/>
          </p:cNvSpPr>
          <p:nvPr>
            <p:ph type="ftr" sz="quarter" idx="20"/>
          </p:nvPr>
        </p:nvSpPr>
        <p:spPr/>
        <p:txBody>
          <a:bodyPr/>
          <a:lstStyle>
            <a:lvl1pPr>
              <a:defRPr/>
            </a:lvl1pPr>
          </a:lstStyle>
          <a:p>
            <a:pPr>
              <a:defRPr/>
            </a:pPr>
            <a:r>
              <a:rPr lang="en-US"/>
              <a:t>Distribution Statement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cxnSp>
        <p:nvCxnSpPr>
          <p:cNvPr id="4" name="Straight Connector 7"/>
          <p:cNvCxnSpPr>
            <a:cxnSpLocks noChangeShapeType="1"/>
          </p:cNvCxnSpPr>
          <p:nvPr/>
        </p:nvCxnSpPr>
        <p:spPr bwMode="auto">
          <a:xfrm rot="5400000" flipH="1" flipV="1">
            <a:off x="5067300" y="3467100"/>
            <a:ext cx="6324600" cy="0"/>
          </a:xfrm>
          <a:prstGeom prst="line">
            <a:avLst/>
          </a:prstGeom>
          <a:noFill/>
          <a:ln w="22225">
            <a:solidFill>
              <a:srgbClr val="0F5E90"/>
            </a:solidFill>
            <a:round/>
            <a:headEnd/>
            <a:tailEnd/>
          </a:ln>
        </p:spPr>
      </p:cxnSp>
      <p:pic>
        <p:nvPicPr>
          <p:cNvPr id="5" name="Picture 7" descr="TITLE-HEADER LOGO.png"/>
          <p:cNvPicPr>
            <a:picLocks noChangeAspect="1"/>
          </p:cNvPicPr>
          <p:nvPr userDrawn="1"/>
        </p:nvPicPr>
        <p:blipFill>
          <a:blip r:embed="rId2" cstate="print"/>
          <a:srcRect/>
          <a:stretch>
            <a:fillRect/>
          </a:stretch>
        </p:blipFill>
        <p:spPr bwMode="auto">
          <a:xfrm>
            <a:off x="8077200" y="76200"/>
            <a:ext cx="1066800" cy="1547813"/>
          </a:xfrm>
          <a:prstGeom prst="rect">
            <a:avLst/>
          </a:prstGeom>
          <a:noFill/>
          <a:ln w="9525">
            <a:noFill/>
            <a:miter lim="800000"/>
            <a:headEnd/>
            <a:tailEnd/>
          </a:ln>
        </p:spPr>
      </p:pic>
      <p:sp>
        <p:nvSpPr>
          <p:cNvPr id="2" name="Title 1"/>
          <p:cNvSpPr>
            <a:spLocks noGrp="1"/>
          </p:cNvSpPr>
          <p:nvPr>
            <p:ph type="title"/>
          </p:nvPr>
        </p:nvSpPr>
        <p:spPr>
          <a:xfrm rot="5400000">
            <a:off x="6057900" y="3771900"/>
            <a:ext cx="5105400" cy="609600"/>
          </a:xfrm>
          <a:prstGeom prst="rect">
            <a:avLst/>
          </a:prstGeo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04800"/>
            <a:ext cx="7239000" cy="6324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Footer Placeholder 4"/>
          <p:cNvSpPr>
            <a:spLocks noGrp="1"/>
          </p:cNvSpPr>
          <p:nvPr>
            <p:ph type="ftr" sz="quarter" idx="10"/>
          </p:nvPr>
        </p:nvSpPr>
        <p:spPr>
          <a:xfrm rot="5400000">
            <a:off x="-1989137" y="3360737"/>
            <a:ext cx="4648200" cy="365125"/>
          </a:xfrm>
        </p:spPr>
        <p:txBody>
          <a:bodyPr/>
          <a:lstStyle>
            <a:lvl1pPr>
              <a:defRPr/>
            </a:lvl1pPr>
          </a:lstStyle>
          <a:p>
            <a:pPr>
              <a:defRPr/>
            </a:pPr>
            <a:r>
              <a:rPr lang="en-US"/>
              <a:t>Distribution Statement</a:t>
            </a:r>
          </a:p>
        </p:txBody>
      </p:sp>
      <p:sp>
        <p:nvSpPr>
          <p:cNvPr id="7" name="Slide Number Placeholder 5"/>
          <p:cNvSpPr>
            <a:spLocks noGrp="1"/>
          </p:cNvSpPr>
          <p:nvPr>
            <p:ph type="sldNum" sz="quarter" idx="11"/>
          </p:nvPr>
        </p:nvSpPr>
        <p:spPr>
          <a:xfrm rot="5400000">
            <a:off x="-7937" y="6103937"/>
            <a:ext cx="685800" cy="365125"/>
          </a:xfrm>
        </p:spPr>
        <p:txBody>
          <a:bodyPr/>
          <a:lstStyle>
            <a:lvl1pPr>
              <a:defRPr/>
            </a:lvl1pPr>
          </a:lstStyle>
          <a:p>
            <a:pPr>
              <a:defRPr/>
            </a:pPr>
            <a:fld id="{C0B254A3-259A-4BFF-9072-F5648A8A2B68}" type="slidenum">
              <a:rPr lang="en-US"/>
              <a:pPr>
                <a:defRPr/>
              </a:pPr>
              <a:t>‹#›</a:t>
            </a:fld>
            <a:endParaRPr lang="en-US"/>
          </a:p>
        </p:txBody>
      </p:sp>
      <p:sp>
        <p:nvSpPr>
          <p:cNvPr id="8" name="Date Placeholder 15"/>
          <p:cNvSpPr>
            <a:spLocks noGrp="1"/>
          </p:cNvSpPr>
          <p:nvPr>
            <p:ph type="dt" sz="half" idx="12"/>
          </p:nvPr>
        </p:nvSpPr>
        <p:spPr>
          <a:xfrm rot="5400000">
            <a:off x="-84137" y="541337"/>
            <a:ext cx="838200" cy="365125"/>
          </a:xfrm>
        </p:spPr>
        <p:txBody>
          <a:bodyPr/>
          <a:lstStyle>
            <a:lvl1pPr>
              <a:defRPr/>
            </a:lvl1pPr>
          </a:lstStyle>
          <a:p>
            <a:pPr>
              <a:defRPr/>
            </a:pPr>
            <a:fld id="{F7384586-45AA-44FD-A608-B26B40509EA0}" type="datetime1">
              <a:rPr lang="en-US"/>
              <a:pPr>
                <a:defRPr/>
              </a:pPr>
              <a:t>3/23/11</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cxnSp>
        <p:nvCxnSpPr>
          <p:cNvPr id="4" name="Straight Connector 7"/>
          <p:cNvCxnSpPr>
            <a:cxnSpLocks noChangeShapeType="1"/>
          </p:cNvCxnSpPr>
          <p:nvPr/>
        </p:nvCxnSpPr>
        <p:spPr bwMode="auto">
          <a:xfrm rot="5400000" flipH="1" flipV="1">
            <a:off x="5067300" y="3467100"/>
            <a:ext cx="6324600" cy="0"/>
          </a:xfrm>
          <a:prstGeom prst="line">
            <a:avLst/>
          </a:prstGeom>
          <a:noFill/>
          <a:ln w="22225">
            <a:solidFill>
              <a:srgbClr val="0F5E90"/>
            </a:solidFill>
            <a:round/>
            <a:headEnd/>
            <a:tailEnd/>
          </a:ln>
        </p:spPr>
      </p:cxnSp>
      <p:pic>
        <p:nvPicPr>
          <p:cNvPr id="5" name="Picture 7" descr="TITLE-HEADER LOGO.png"/>
          <p:cNvPicPr>
            <a:picLocks noChangeAspect="1"/>
          </p:cNvPicPr>
          <p:nvPr userDrawn="1"/>
        </p:nvPicPr>
        <p:blipFill>
          <a:blip r:embed="rId2" cstate="print"/>
          <a:srcRect/>
          <a:stretch>
            <a:fillRect/>
          </a:stretch>
        </p:blipFill>
        <p:spPr bwMode="auto">
          <a:xfrm>
            <a:off x="8077200" y="76200"/>
            <a:ext cx="1066800" cy="1547813"/>
          </a:xfrm>
          <a:prstGeom prst="rect">
            <a:avLst/>
          </a:prstGeom>
          <a:noFill/>
          <a:ln w="9525">
            <a:noFill/>
            <a:miter lim="800000"/>
            <a:headEnd/>
            <a:tailEnd/>
          </a:ln>
        </p:spPr>
      </p:pic>
      <p:sp>
        <p:nvSpPr>
          <p:cNvPr id="2" name="Vertical Title 1"/>
          <p:cNvSpPr>
            <a:spLocks noGrp="1"/>
          </p:cNvSpPr>
          <p:nvPr>
            <p:ph type="title" orient="vert"/>
          </p:nvPr>
        </p:nvSpPr>
        <p:spPr>
          <a:xfrm>
            <a:off x="6858000" y="304800"/>
            <a:ext cx="1219200" cy="6324600"/>
          </a:xfrm>
          <a:prstGeom prst="rect">
            <a:avLst/>
          </a:prstGeo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04800"/>
            <a:ext cx="5867400" cy="6324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Footer Placeholder 4"/>
          <p:cNvSpPr>
            <a:spLocks noGrp="1"/>
          </p:cNvSpPr>
          <p:nvPr>
            <p:ph type="ftr" sz="quarter" idx="10"/>
          </p:nvPr>
        </p:nvSpPr>
        <p:spPr>
          <a:xfrm rot="5400000">
            <a:off x="-1989137" y="3360737"/>
            <a:ext cx="4648200" cy="365125"/>
          </a:xfrm>
        </p:spPr>
        <p:txBody>
          <a:bodyPr/>
          <a:lstStyle>
            <a:lvl1pPr>
              <a:defRPr/>
            </a:lvl1pPr>
          </a:lstStyle>
          <a:p>
            <a:pPr>
              <a:defRPr/>
            </a:pPr>
            <a:r>
              <a:rPr lang="en-US"/>
              <a:t>Distribution Statement</a:t>
            </a:r>
          </a:p>
        </p:txBody>
      </p:sp>
      <p:sp>
        <p:nvSpPr>
          <p:cNvPr id="7" name="Slide Number Placeholder 5"/>
          <p:cNvSpPr>
            <a:spLocks noGrp="1"/>
          </p:cNvSpPr>
          <p:nvPr>
            <p:ph type="sldNum" sz="quarter" idx="11"/>
          </p:nvPr>
        </p:nvSpPr>
        <p:spPr>
          <a:xfrm rot="5400000">
            <a:off x="-7937" y="6103937"/>
            <a:ext cx="685800" cy="365125"/>
          </a:xfrm>
        </p:spPr>
        <p:txBody>
          <a:bodyPr/>
          <a:lstStyle>
            <a:lvl1pPr>
              <a:defRPr/>
            </a:lvl1pPr>
          </a:lstStyle>
          <a:p>
            <a:pPr>
              <a:defRPr/>
            </a:pPr>
            <a:fld id="{8D361E2E-CB15-483F-A1D4-981E20719CA0}" type="slidenum">
              <a:rPr lang="en-US"/>
              <a:pPr>
                <a:defRPr/>
              </a:pPr>
              <a:t>‹#›</a:t>
            </a:fld>
            <a:endParaRPr lang="en-US"/>
          </a:p>
        </p:txBody>
      </p:sp>
      <p:sp>
        <p:nvSpPr>
          <p:cNvPr id="8" name="Date Placeholder 12"/>
          <p:cNvSpPr>
            <a:spLocks noGrp="1"/>
          </p:cNvSpPr>
          <p:nvPr>
            <p:ph type="dt" sz="half" idx="12"/>
          </p:nvPr>
        </p:nvSpPr>
        <p:spPr>
          <a:xfrm rot="5400000">
            <a:off x="-84137" y="541337"/>
            <a:ext cx="838200" cy="365125"/>
          </a:xfrm>
        </p:spPr>
        <p:txBody>
          <a:bodyPr/>
          <a:lstStyle>
            <a:lvl1pPr>
              <a:defRPr/>
            </a:lvl1pPr>
          </a:lstStyle>
          <a:p>
            <a:pPr>
              <a:defRPr/>
            </a:pPr>
            <a:fld id="{A256216B-76D5-4402-86DF-AD6E858AA5B4}" type="datetime1">
              <a:rPr lang="en-US"/>
              <a:pPr>
                <a:defRPr/>
              </a:pPr>
              <a:t>3/23/11</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1_Custom Layout">
    <p:spTree>
      <p:nvGrpSpPr>
        <p:cNvPr id="1" name=""/>
        <p:cNvGrpSpPr/>
        <p:nvPr/>
      </p:nvGrpSpPr>
      <p:grpSpPr>
        <a:xfrm>
          <a:off x="0" y="0"/>
          <a:ext cx="0" cy="0"/>
          <a:chOff x="0" y="0"/>
          <a:chExt cx="0" cy="0"/>
        </a:xfrm>
      </p:grpSpPr>
      <p:sp>
        <p:nvSpPr>
          <p:cNvPr id="2" name="TextBox 3"/>
          <p:cNvSpPr txBox="1">
            <a:spLocks noChangeArrowheads="1"/>
          </p:cNvSpPr>
          <p:nvPr/>
        </p:nvSpPr>
        <p:spPr bwMode="auto">
          <a:xfrm>
            <a:off x="0" y="3595688"/>
            <a:ext cx="9144000" cy="366712"/>
          </a:xfrm>
          <a:prstGeom prst="rect">
            <a:avLst/>
          </a:prstGeom>
          <a:noFill/>
          <a:ln w="9525">
            <a:noFill/>
            <a:miter lim="800000"/>
            <a:headEnd/>
            <a:tailEnd/>
          </a:ln>
        </p:spPr>
        <p:txBody>
          <a:bodyPr>
            <a:spAutoFit/>
          </a:bodyPr>
          <a:lstStyle/>
          <a:p>
            <a:pPr algn="ctr">
              <a:defRPr/>
            </a:pPr>
            <a:r>
              <a:rPr lang="en-US" sz="1800" baseline="0" dirty="0" err="1">
                <a:solidFill>
                  <a:srgbClr val="000000"/>
                </a:solidFill>
                <a:latin typeface="Tahoma" charset="0"/>
                <a:ea typeface="Tahoma" charset="0"/>
                <a:cs typeface="Tahoma" charset="0"/>
              </a:rPr>
              <a:t>www.darpa.mil</a:t>
            </a:r>
            <a:endParaRPr lang="en-US" sz="1800" baseline="0" dirty="0">
              <a:solidFill>
                <a:srgbClr val="000000"/>
              </a:solidFill>
              <a:latin typeface="Tahoma" charset="0"/>
              <a:ea typeface="Tahoma" charset="0"/>
              <a:cs typeface="Tahoma" charset="0"/>
            </a:endParaRPr>
          </a:p>
        </p:txBody>
      </p:sp>
      <p:pic>
        <p:nvPicPr>
          <p:cNvPr id="3" name="Picture 7" descr="END SLIDE LOGO.png"/>
          <p:cNvPicPr>
            <a:picLocks noChangeAspect="1"/>
          </p:cNvPicPr>
          <p:nvPr userDrawn="1"/>
        </p:nvPicPr>
        <p:blipFill>
          <a:blip r:embed="rId2" cstate="print"/>
          <a:srcRect/>
          <a:stretch>
            <a:fillRect/>
          </a:stretch>
        </p:blipFill>
        <p:spPr bwMode="auto">
          <a:xfrm>
            <a:off x="3505200" y="2286000"/>
            <a:ext cx="2179638" cy="1500188"/>
          </a:xfrm>
          <a:prstGeom prst="rect">
            <a:avLst/>
          </a:prstGeom>
          <a:noFill/>
          <a:ln w="9525">
            <a:noFill/>
            <a:miter lim="800000"/>
            <a:headEnd/>
            <a:tailEnd/>
          </a:ln>
        </p:spPr>
      </p:pic>
      <p:sp>
        <p:nvSpPr>
          <p:cNvPr id="4" name="Date Placeholder 9"/>
          <p:cNvSpPr>
            <a:spLocks noGrp="1"/>
          </p:cNvSpPr>
          <p:nvPr>
            <p:ph type="dt" sz="half" idx="10"/>
          </p:nvPr>
        </p:nvSpPr>
        <p:spPr/>
        <p:txBody>
          <a:bodyPr/>
          <a:lstStyle>
            <a:lvl1pPr>
              <a:defRPr/>
            </a:lvl1pPr>
          </a:lstStyle>
          <a:p>
            <a:pPr>
              <a:defRPr/>
            </a:pPr>
            <a:fld id="{D2FE304C-D708-496B-9BA6-A225C0648140}" type="datetime1">
              <a:rPr lang="en-US"/>
              <a:pPr>
                <a:defRPr/>
              </a:pPr>
              <a:t>3/23/11</a:t>
            </a:fld>
            <a:endParaRPr lang="en-US"/>
          </a:p>
        </p:txBody>
      </p:sp>
      <p:sp>
        <p:nvSpPr>
          <p:cNvPr id="5" name="Slide Number Placeholder 10"/>
          <p:cNvSpPr>
            <a:spLocks noGrp="1"/>
          </p:cNvSpPr>
          <p:nvPr>
            <p:ph type="sldNum" sz="quarter" idx="11"/>
          </p:nvPr>
        </p:nvSpPr>
        <p:spPr/>
        <p:txBody>
          <a:bodyPr/>
          <a:lstStyle>
            <a:lvl1pPr>
              <a:defRPr/>
            </a:lvl1pPr>
          </a:lstStyle>
          <a:p>
            <a:pPr>
              <a:defRPr/>
            </a:pPr>
            <a:fld id="{0AF8FFE3-E7F4-4D98-B363-ED576EB1959A}" type="slidenum">
              <a:rPr lang="en-US"/>
              <a:pPr>
                <a:defRPr/>
              </a:pPr>
              <a:t>‹#›</a:t>
            </a:fld>
            <a:endParaRPr lang="en-US"/>
          </a:p>
        </p:txBody>
      </p:sp>
      <p:sp>
        <p:nvSpPr>
          <p:cNvPr id="6" name="Footer Placeholder 11"/>
          <p:cNvSpPr>
            <a:spLocks noGrp="1"/>
          </p:cNvSpPr>
          <p:nvPr>
            <p:ph type="ftr" sz="quarter" idx="12"/>
          </p:nvPr>
        </p:nvSpPr>
        <p:spPr/>
        <p:txBody>
          <a:bodyPr/>
          <a:lstStyle>
            <a:lvl1pPr>
              <a:defRPr/>
            </a:lvl1pPr>
          </a:lstStyle>
          <a:p>
            <a:pPr>
              <a:defRPr/>
            </a:pPr>
            <a:r>
              <a:rPr lang="en-US"/>
              <a:t>Distribution Statement</a:t>
            </a: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381000" y="1219200"/>
            <a:ext cx="83820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 name="Footer Placeholder 4"/>
          <p:cNvSpPr>
            <a:spLocks noGrp="1"/>
          </p:cNvSpPr>
          <p:nvPr>
            <p:ph type="ftr" sz="quarter" idx="3"/>
          </p:nvPr>
        </p:nvSpPr>
        <p:spPr>
          <a:xfrm>
            <a:off x="1447800" y="6356350"/>
            <a:ext cx="6477000" cy="365125"/>
          </a:xfrm>
          <a:prstGeom prst="rect">
            <a:avLst/>
          </a:prstGeom>
        </p:spPr>
        <p:txBody>
          <a:bodyPr vert="horz" wrap="square" lIns="91440" tIns="45720" rIns="91440" bIns="45720" numCol="1" anchor="ctr" anchorCtr="0" compatLnSpc="1">
            <a:prstTxWarp prst="textNoShape">
              <a:avLst/>
            </a:prstTxWarp>
          </a:bodyPr>
          <a:lstStyle>
            <a:lvl1pPr algn="ctr">
              <a:defRPr sz="1200" baseline="0">
                <a:solidFill>
                  <a:srgbClr val="898989"/>
                </a:solidFill>
                <a:latin typeface="Tahoma" charset="0"/>
              </a:defRPr>
            </a:lvl1pPr>
          </a:lstStyle>
          <a:p>
            <a:pPr>
              <a:defRPr/>
            </a:pPr>
            <a:r>
              <a:rPr lang="en-US"/>
              <a:t>Distribution Statement</a:t>
            </a:r>
          </a:p>
        </p:txBody>
      </p:sp>
      <p:sp>
        <p:nvSpPr>
          <p:cNvPr id="6" name="Slide Number Placeholder 5"/>
          <p:cNvSpPr>
            <a:spLocks noGrp="1"/>
          </p:cNvSpPr>
          <p:nvPr>
            <p:ph type="sldNum" sz="quarter" idx="4"/>
          </p:nvPr>
        </p:nvSpPr>
        <p:spPr>
          <a:xfrm>
            <a:off x="8001000" y="6356350"/>
            <a:ext cx="762000" cy="365125"/>
          </a:xfrm>
          <a:prstGeom prst="rect">
            <a:avLst/>
          </a:prstGeom>
        </p:spPr>
        <p:txBody>
          <a:bodyPr vert="horz" wrap="square" lIns="91440" tIns="45720" rIns="91440" bIns="45720" numCol="1" anchor="ctr" anchorCtr="0" compatLnSpc="1">
            <a:prstTxWarp prst="textNoShape">
              <a:avLst/>
            </a:prstTxWarp>
          </a:bodyPr>
          <a:lstStyle>
            <a:lvl1pPr algn="r">
              <a:defRPr sz="1200" baseline="0">
                <a:solidFill>
                  <a:srgbClr val="898989"/>
                </a:solidFill>
                <a:latin typeface="Tahoma" charset="0"/>
              </a:defRPr>
            </a:lvl1pPr>
          </a:lstStyle>
          <a:p>
            <a:pPr>
              <a:defRPr/>
            </a:pPr>
            <a:fld id="{97A529C9-0658-4818-9A22-3847E412326E}" type="slidenum">
              <a:rPr lang="en-US"/>
              <a:pPr>
                <a:defRPr/>
              </a:pPr>
              <a:t>‹#›</a:t>
            </a:fld>
            <a:endParaRPr lang="en-US"/>
          </a:p>
        </p:txBody>
      </p:sp>
      <p:sp>
        <p:nvSpPr>
          <p:cNvPr id="1029" name="Title Placeholder 9"/>
          <p:cNvSpPr>
            <a:spLocks noGrp="1"/>
          </p:cNvSpPr>
          <p:nvPr>
            <p:ph type="title"/>
          </p:nvPr>
        </p:nvSpPr>
        <p:spPr bwMode="auto">
          <a:xfrm>
            <a:off x="1600200" y="152400"/>
            <a:ext cx="71628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Master title style</a:t>
            </a:r>
          </a:p>
        </p:txBody>
      </p:sp>
      <p:sp>
        <p:nvSpPr>
          <p:cNvPr id="14" name="Date Placeholder 13"/>
          <p:cNvSpPr>
            <a:spLocks noGrp="1"/>
          </p:cNvSpPr>
          <p:nvPr>
            <p:ph type="dt" sz="half" idx="2"/>
          </p:nvPr>
        </p:nvSpPr>
        <p:spPr>
          <a:xfrm>
            <a:off x="381000" y="6356350"/>
            <a:ext cx="990600" cy="365125"/>
          </a:xfrm>
          <a:prstGeom prst="rect">
            <a:avLst/>
          </a:prstGeom>
        </p:spPr>
        <p:txBody>
          <a:bodyPr vert="horz" wrap="square" lIns="91440" tIns="45720" rIns="91440" bIns="45720" numCol="1" anchor="ctr" anchorCtr="0" compatLnSpc="1">
            <a:prstTxWarp prst="textNoShape">
              <a:avLst/>
            </a:prstTxWarp>
          </a:bodyPr>
          <a:lstStyle>
            <a:lvl1pPr>
              <a:defRPr sz="1200" baseline="0">
                <a:solidFill>
                  <a:srgbClr val="898989"/>
                </a:solidFill>
                <a:latin typeface="Tahoma" charset="0"/>
              </a:defRPr>
            </a:lvl1pPr>
          </a:lstStyle>
          <a:p>
            <a:pPr>
              <a:defRPr/>
            </a:pPr>
            <a:fld id="{B3E06E8C-E8F6-431E-A913-A4CC5137A5D2}" type="datetime1">
              <a:rPr lang="en-US"/>
              <a:pPr>
                <a:defRPr/>
              </a:pPr>
              <a:t>3/23/11</a:t>
            </a:fld>
            <a:endParaRPr lang="en-US"/>
          </a:p>
        </p:txBody>
      </p:sp>
    </p:spTree>
  </p:cSld>
  <p:clrMap bg1="lt1" tx1="dk1" bg2="lt2" tx2="dk2" accent1="accent1" accent2="accent2" accent3="accent3" accent4="accent4" accent5="accent5" accent6="accent6" hlink="hlink" folHlink="folHlink"/>
  <p:sldLayoutIdLst>
    <p:sldLayoutId id="2147485984" r:id="rId1"/>
    <p:sldLayoutId id="2147485985" r:id="rId2"/>
    <p:sldLayoutId id="2147485986" r:id="rId3"/>
    <p:sldLayoutId id="2147485987" r:id="rId4"/>
    <p:sldLayoutId id="2147485988" r:id="rId5"/>
    <p:sldLayoutId id="2147485989" r:id="rId6"/>
    <p:sldLayoutId id="2147485990" r:id="rId7"/>
    <p:sldLayoutId id="2147485991" r:id="rId8"/>
    <p:sldLayoutId id="2147485992" r:id="rId9"/>
    <p:sldLayoutId id="2147485993" r:id="rId10"/>
    <p:sldLayoutId id="2147485994" r:id="rId11"/>
    <p:sldLayoutId id="2147485995" r:id="rId12"/>
    <p:sldLayoutId id="2147485996" r:id="rId13"/>
    <p:sldLayoutId id="2147485997" r:id="rId14"/>
    <p:sldLayoutId id="2147485998" r:id="rId15"/>
    <p:sldLayoutId id="2147485999" r:id="rId16"/>
    <p:sldLayoutId id="2147486000" r:id="rId17"/>
    <p:sldLayoutId id="2147486001" r:id="rId18"/>
    <p:sldLayoutId id="2147486002" r:id="rId19"/>
    <p:sldLayoutId id="2147486003" r:id="rId20"/>
    <p:sldLayoutId id="2147486004" r:id="rId21"/>
    <p:sldLayoutId id="2147486005" r:id="rId22"/>
    <p:sldLayoutId id="2147486006" r:id="rId23"/>
    <p:sldLayoutId id="2147486007" r:id="rId24"/>
  </p:sldLayoutIdLst>
  <p:timing>
    <p:tnLst>
      <p:par>
        <p:cTn id="1" dur="indefinite" restart="never" nodeType="tmRoot"/>
      </p:par>
    </p:tnLst>
  </p:timing>
  <p:hf hdr="0"/>
  <p:txStyles>
    <p:titleStyle>
      <a:lvl1pPr algn="l" defTabSz="457200" rtl="0" eaLnBrk="0" fontAlgn="base" hangingPunct="0">
        <a:spcBef>
          <a:spcPct val="0"/>
        </a:spcBef>
        <a:spcAft>
          <a:spcPct val="0"/>
        </a:spcAft>
        <a:defRPr sz="2400" kern="1200">
          <a:solidFill>
            <a:schemeClr val="tx1"/>
          </a:solidFill>
          <a:latin typeface="Tahoma"/>
          <a:ea typeface="ＭＳ Ｐゴシック" charset="-128"/>
          <a:cs typeface="ＭＳ Ｐゴシック" charset="-128"/>
        </a:defRPr>
      </a:lvl1pPr>
      <a:lvl2pPr algn="l" defTabSz="457200" rtl="0" eaLnBrk="0" fontAlgn="base" hangingPunct="0">
        <a:spcBef>
          <a:spcPct val="0"/>
        </a:spcBef>
        <a:spcAft>
          <a:spcPct val="0"/>
        </a:spcAft>
        <a:defRPr sz="2400">
          <a:solidFill>
            <a:schemeClr val="tx1"/>
          </a:solidFill>
          <a:latin typeface="Tahoma" charset="0"/>
          <a:ea typeface="ＭＳ Ｐゴシック" charset="-128"/>
          <a:cs typeface="ＭＳ Ｐゴシック" charset="-128"/>
        </a:defRPr>
      </a:lvl2pPr>
      <a:lvl3pPr algn="l" defTabSz="457200" rtl="0" eaLnBrk="0" fontAlgn="base" hangingPunct="0">
        <a:spcBef>
          <a:spcPct val="0"/>
        </a:spcBef>
        <a:spcAft>
          <a:spcPct val="0"/>
        </a:spcAft>
        <a:defRPr sz="2400">
          <a:solidFill>
            <a:schemeClr val="tx1"/>
          </a:solidFill>
          <a:latin typeface="Tahoma" charset="0"/>
          <a:ea typeface="ＭＳ Ｐゴシック" charset="-128"/>
          <a:cs typeface="ＭＳ Ｐゴシック" charset="-128"/>
        </a:defRPr>
      </a:lvl3pPr>
      <a:lvl4pPr algn="l" defTabSz="457200" rtl="0" eaLnBrk="0" fontAlgn="base" hangingPunct="0">
        <a:spcBef>
          <a:spcPct val="0"/>
        </a:spcBef>
        <a:spcAft>
          <a:spcPct val="0"/>
        </a:spcAft>
        <a:defRPr sz="2400">
          <a:solidFill>
            <a:schemeClr val="tx1"/>
          </a:solidFill>
          <a:latin typeface="Tahoma" charset="0"/>
          <a:ea typeface="ＭＳ Ｐゴシック" charset="-128"/>
          <a:cs typeface="ＭＳ Ｐゴシック" charset="-128"/>
        </a:defRPr>
      </a:lvl4pPr>
      <a:lvl5pPr algn="l" defTabSz="457200" rtl="0" eaLnBrk="0" fontAlgn="base" hangingPunct="0">
        <a:spcBef>
          <a:spcPct val="0"/>
        </a:spcBef>
        <a:spcAft>
          <a:spcPct val="0"/>
        </a:spcAft>
        <a:defRPr sz="2400">
          <a:solidFill>
            <a:schemeClr val="tx1"/>
          </a:solidFill>
          <a:latin typeface="Tahoma" charset="0"/>
          <a:ea typeface="ＭＳ Ｐゴシック" charset="-128"/>
          <a:cs typeface="ＭＳ Ｐゴシック" charset="-128"/>
        </a:defRPr>
      </a:lvl5pPr>
      <a:lvl6pPr marL="457200" algn="l" defTabSz="457200" rtl="0" eaLnBrk="1" fontAlgn="base" hangingPunct="1">
        <a:spcBef>
          <a:spcPct val="0"/>
        </a:spcBef>
        <a:spcAft>
          <a:spcPct val="0"/>
        </a:spcAft>
        <a:defRPr sz="2400">
          <a:solidFill>
            <a:schemeClr val="tx1"/>
          </a:solidFill>
          <a:latin typeface="Tahoma" charset="0"/>
          <a:ea typeface="ＭＳ Ｐゴシック" charset="-128"/>
          <a:cs typeface="ＭＳ Ｐゴシック" charset="-128"/>
        </a:defRPr>
      </a:lvl6pPr>
      <a:lvl7pPr marL="914400" algn="l" defTabSz="457200" rtl="0" eaLnBrk="1" fontAlgn="base" hangingPunct="1">
        <a:spcBef>
          <a:spcPct val="0"/>
        </a:spcBef>
        <a:spcAft>
          <a:spcPct val="0"/>
        </a:spcAft>
        <a:defRPr sz="2400">
          <a:solidFill>
            <a:schemeClr val="tx1"/>
          </a:solidFill>
          <a:latin typeface="Tahoma" charset="0"/>
          <a:ea typeface="ＭＳ Ｐゴシック" charset="-128"/>
          <a:cs typeface="ＭＳ Ｐゴシック" charset="-128"/>
        </a:defRPr>
      </a:lvl7pPr>
      <a:lvl8pPr marL="1371600" algn="l" defTabSz="457200" rtl="0" eaLnBrk="1" fontAlgn="base" hangingPunct="1">
        <a:spcBef>
          <a:spcPct val="0"/>
        </a:spcBef>
        <a:spcAft>
          <a:spcPct val="0"/>
        </a:spcAft>
        <a:defRPr sz="2400">
          <a:solidFill>
            <a:schemeClr val="tx1"/>
          </a:solidFill>
          <a:latin typeface="Tahoma" charset="0"/>
          <a:ea typeface="ＭＳ Ｐゴシック" charset="-128"/>
          <a:cs typeface="ＭＳ Ｐゴシック" charset="-128"/>
        </a:defRPr>
      </a:lvl8pPr>
      <a:lvl9pPr marL="1828800" algn="l" defTabSz="457200" rtl="0" eaLnBrk="1" fontAlgn="base" hangingPunct="1">
        <a:spcBef>
          <a:spcPct val="0"/>
        </a:spcBef>
        <a:spcAft>
          <a:spcPct val="0"/>
        </a:spcAft>
        <a:defRPr sz="2400">
          <a:solidFill>
            <a:schemeClr val="tx1"/>
          </a:solidFill>
          <a:latin typeface="Tahoma" charset="0"/>
          <a:ea typeface="ＭＳ Ｐゴシック" charset="-128"/>
          <a:cs typeface="ＭＳ Ｐゴシック" charset="-128"/>
        </a:defRPr>
      </a:lvl9pPr>
    </p:titleStyle>
    <p:bodyStyle>
      <a:lvl1pPr marL="342900" indent="-342900" algn="l" defTabSz="457200" rtl="0" eaLnBrk="0" fontAlgn="base" hangingPunct="0">
        <a:spcBef>
          <a:spcPct val="20000"/>
        </a:spcBef>
        <a:spcAft>
          <a:spcPts val="600"/>
        </a:spcAft>
        <a:buFont typeface="Arial" charset="0"/>
        <a:buChar char="•"/>
        <a:defRPr kern="1200">
          <a:solidFill>
            <a:schemeClr val="tx1"/>
          </a:solidFill>
          <a:latin typeface="Tahoma"/>
          <a:ea typeface="ＭＳ Ｐゴシック" charset="-128"/>
          <a:cs typeface="ＭＳ Ｐゴシック" charset="-128"/>
        </a:defRPr>
      </a:lvl1pPr>
      <a:lvl2pPr marL="593725" indent="-285750" algn="l" defTabSz="457200" rtl="0" eaLnBrk="0" fontAlgn="base" hangingPunct="0">
        <a:spcBef>
          <a:spcPct val="20000"/>
        </a:spcBef>
        <a:spcAft>
          <a:spcPts val="600"/>
        </a:spcAft>
        <a:buFont typeface="Arial" charset="0"/>
        <a:buChar char="•"/>
        <a:defRPr sz="1600" kern="1200">
          <a:solidFill>
            <a:schemeClr val="tx1"/>
          </a:solidFill>
          <a:latin typeface="Tahoma"/>
          <a:ea typeface="ＭＳ Ｐゴシック" charset="-128"/>
          <a:cs typeface="+mn-cs"/>
        </a:defRPr>
      </a:lvl2pPr>
      <a:lvl3pPr marL="868363" indent="-228600" algn="l" defTabSz="457200" rtl="0" eaLnBrk="0" fontAlgn="base" hangingPunct="0">
        <a:spcBef>
          <a:spcPct val="20000"/>
        </a:spcBef>
        <a:spcAft>
          <a:spcPts val="600"/>
        </a:spcAft>
        <a:buFont typeface="Arial" charset="0"/>
        <a:buChar char="•"/>
        <a:defRPr sz="1400" kern="1200">
          <a:solidFill>
            <a:schemeClr val="tx1"/>
          </a:solidFill>
          <a:latin typeface="Tahoma"/>
          <a:ea typeface="ＭＳ Ｐゴシック" charset="-128"/>
          <a:cs typeface="+mn-cs"/>
        </a:defRPr>
      </a:lvl3pPr>
      <a:lvl4pPr marL="1143000" indent="-228600" algn="l" defTabSz="457200" rtl="0" eaLnBrk="0" fontAlgn="base" hangingPunct="0">
        <a:spcBef>
          <a:spcPct val="20000"/>
        </a:spcBef>
        <a:spcAft>
          <a:spcPts val="600"/>
        </a:spcAft>
        <a:buFont typeface="Arial" charset="0"/>
        <a:buChar char="•"/>
        <a:defRPr sz="1300" kern="1200">
          <a:solidFill>
            <a:schemeClr val="tx1"/>
          </a:solidFill>
          <a:latin typeface="Tahoma"/>
          <a:ea typeface="ＭＳ Ｐゴシック" charset="-128"/>
          <a:cs typeface="+mn-cs"/>
        </a:defRPr>
      </a:lvl4pPr>
      <a:lvl5pPr marL="1416050" indent="-228600" algn="l" defTabSz="457200" rtl="0" eaLnBrk="0" fontAlgn="base" hangingPunct="0">
        <a:spcBef>
          <a:spcPct val="20000"/>
        </a:spcBef>
        <a:spcAft>
          <a:spcPts val="600"/>
        </a:spcAft>
        <a:buFont typeface="Arial" charset="0"/>
        <a:buChar char="•"/>
        <a:defRPr sz="1300" kern="1200">
          <a:solidFill>
            <a:schemeClr val="tx1"/>
          </a:solidFill>
          <a:latin typeface="Tahoma"/>
          <a:ea typeface="ＭＳ Ｐゴシック" charset="-128"/>
          <a:cs typeface="+mn-cs"/>
        </a:defRPr>
      </a:lvl5pPr>
      <a:lvl6pPr marL="1783080" indent="-228600" algn="l" defTabSz="457200" rtl="0" eaLnBrk="1" latinLnBrk="0" hangingPunct="1">
        <a:spcBef>
          <a:spcPct val="20000"/>
        </a:spcBef>
        <a:spcAft>
          <a:spcPts val="600"/>
        </a:spcAft>
        <a:buFont typeface="Arial"/>
        <a:buChar char="•"/>
        <a:defRPr sz="1200" kern="1200" baseline="0">
          <a:solidFill>
            <a:schemeClr val="tx1"/>
          </a:solidFill>
          <a:latin typeface="Tahoma"/>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None/>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5" name="Title 14"/>
          <p:cNvSpPr>
            <a:spLocks noGrp="1"/>
          </p:cNvSpPr>
          <p:nvPr>
            <p:ph type="title"/>
          </p:nvPr>
        </p:nvSpPr>
        <p:spPr/>
        <p:txBody>
          <a:bodyPr/>
          <a:lstStyle/>
          <a:p>
            <a:r>
              <a:rPr lang="en-US" dirty="0" smtClean="0"/>
              <a:t>Self-Correcting Systems (Bacon + Harrow, Shi) </a:t>
            </a:r>
            <a:endParaRPr lang="en-US" dirty="0"/>
          </a:p>
        </p:txBody>
      </p:sp>
      <p:sp>
        <p:nvSpPr>
          <p:cNvPr id="3" name="Date Placeholder 2"/>
          <p:cNvSpPr>
            <a:spLocks noGrp="1"/>
          </p:cNvSpPr>
          <p:nvPr>
            <p:ph type="dt" sz="half" idx="10"/>
          </p:nvPr>
        </p:nvSpPr>
        <p:spPr/>
        <p:txBody>
          <a:bodyPr/>
          <a:lstStyle/>
          <a:p>
            <a:pPr>
              <a:defRPr/>
            </a:pPr>
            <a:fld id="{EF995574-5D33-4AA7-9B8E-1792E50EA1C1}" type="datetime1">
              <a:rPr lang="en-US" smtClean="0">
                <a:latin typeface="Tahoma" pitchFamily="34" charset="0"/>
                <a:cs typeface="Tahoma" pitchFamily="34" charset="0"/>
              </a:rPr>
              <a:pPr>
                <a:defRPr/>
              </a:pPr>
              <a:t>3/23/11</a:t>
            </a:fld>
            <a:endParaRPr lang="en-US">
              <a:latin typeface="Tahoma" pitchFamily="34" charset="0"/>
              <a:cs typeface="Tahoma" pitchFamily="34" charset="0"/>
            </a:endParaRPr>
          </a:p>
        </p:txBody>
      </p:sp>
      <p:sp>
        <p:nvSpPr>
          <p:cNvPr id="4" name="Slide Number Placeholder 3"/>
          <p:cNvSpPr>
            <a:spLocks noGrp="1"/>
          </p:cNvSpPr>
          <p:nvPr>
            <p:ph type="sldNum" sz="quarter" idx="11"/>
          </p:nvPr>
        </p:nvSpPr>
        <p:spPr/>
        <p:txBody>
          <a:bodyPr/>
          <a:lstStyle/>
          <a:p>
            <a:pPr>
              <a:defRPr/>
            </a:pPr>
            <a:fld id="{5952BE62-DD5B-4FD6-A8C9-8092F2A840C3}" type="slidenum">
              <a:rPr lang="en-US" smtClean="0">
                <a:latin typeface="Tahoma" pitchFamily="34" charset="0"/>
                <a:cs typeface="Tahoma" pitchFamily="34" charset="0"/>
              </a:rPr>
              <a:pPr>
                <a:defRPr/>
              </a:pPr>
              <a:t>1</a:t>
            </a:fld>
            <a:endParaRPr lang="en-US">
              <a:latin typeface="Tahoma" pitchFamily="34" charset="0"/>
              <a:cs typeface="Tahoma" pitchFamily="34" charset="0"/>
            </a:endParaRPr>
          </a:p>
        </p:txBody>
      </p:sp>
      <p:sp>
        <p:nvSpPr>
          <p:cNvPr id="5" name="Footer Placeholder 4"/>
          <p:cNvSpPr>
            <a:spLocks noGrp="1"/>
          </p:cNvSpPr>
          <p:nvPr>
            <p:ph type="ftr" sz="quarter" idx="12"/>
          </p:nvPr>
        </p:nvSpPr>
        <p:spPr/>
        <p:txBody>
          <a:bodyPr/>
          <a:lstStyle/>
          <a:p>
            <a:pPr>
              <a:defRPr/>
            </a:pPr>
            <a:r>
              <a:rPr lang="en-US" dirty="0" smtClean="0">
                <a:latin typeface="Tahoma" pitchFamily="34" charset="0"/>
                <a:cs typeface="Tahoma" pitchFamily="34" charset="0"/>
              </a:rPr>
              <a:t>For Official Use Only</a:t>
            </a:r>
            <a:endParaRPr lang="en-US" dirty="0">
              <a:latin typeface="Tahoma" pitchFamily="34" charset="0"/>
              <a:cs typeface="Tahoma" pitchFamily="34" charset="0"/>
            </a:endParaRPr>
          </a:p>
        </p:txBody>
      </p:sp>
      <p:sp>
        <p:nvSpPr>
          <p:cNvPr id="8" name="Rectangle 7"/>
          <p:cNvSpPr/>
          <p:nvPr/>
        </p:nvSpPr>
        <p:spPr>
          <a:xfrm>
            <a:off x="446310" y="914400"/>
            <a:ext cx="816429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aseline="0" dirty="0" smtClean="0">
                <a:solidFill>
                  <a:schemeClr val="tx1"/>
                </a:solidFill>
                <a:latin typeface="Tahoma" pitchFamily="34" charset="0"/>
                <a:cs typeface="Tahoma" pitchFamily="34" charset="0"/>
              </a:rPr>
              <a:t>Goal: Realistic (spatially local and few body) Hamiltonians that are self correcting in two or three spatial dimensions</a:t>
            </a:r>
            <a:endParaRPr lang="en-US" i="1" baseline="0" dirty="0">
              <a:solidFill>
                <a:schemeClr val="tx1"/>
              </a:solidFill>
              <a:latin typeface="Tahoma" pitchFamily="34" charset="0"/>
              <a:cs typeface="Tahoma" pitchFamily="34" charset="0"/>
            </a:endParaRPr>
          </a:p>
        </p:txBody>
      </p:sp>
      <p:sp>
        <p:nvSpPr>
          <p:cNvPr id="9" name="Rectangle 8"/>
          <p:cNvSpPr/>
          <p:nvPr/>
        </p:nvSpPr>
        <p:spPr>
          <a:xfrm>
            <a:off x="457200" y="2057400"/>
            <a:ext cx="4800600" cy="304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i="1" baseline="0" dirty="0" smtClean="0">
                <a:solidFill>
                  <a:schemeClr val="tx1"/>
                </a:solidFill>
                <a:latin typeface="Tahoma" pitchFamily="34" charset="0"/>
                <a:cs typeface="Tahoma" pitchFamily="34" charset="0"/>
              </a:rPr>
              <a:t>Spatially local subsystem codes provide a new class of codes that have the distance properties necessary to be self-correcting.  The Hamiltonians constructed from these codes need to be analyzed for self-correcting properties.</a:t>
            </a:r>
            <a:endParaRPr lang="en-US" i="1" baseline="0" dirty="0">
              <a:solidFill>
                <a:schemeClr val="tx1"/>
              </a:solidFill>
              <a:latin typeface="Tahoma" pitchFamily="34" charset="0"/>
              <a:cs typeface="Tahoma" pitchFamily="34" charset="0"/>
            </a:endParaRPr>
          </a:p>
        </p:txBody>
      </p:sp>
      <p:sp>
        <p:nvSpPr>
          <p:cNvPr id="10" name="Rectangle 9"/>
          <p:cNvSpPr/>
          <p:nvPr/>
        </p:nvSpPr>
        <p:spPr>
          <a:xfrm>
            <a:off x="5105400" y="2189883"/>
            <a:ext cx="3810000" cy="2229717"/>
          </a:xfrm>
          <a:prstGeom prst="rect">
            <a:avLst/>
          </a:prstGeom>
          <a:noFill/>
          <a:ln>
            <a:solidFill>
              <a:schemeClr val="accent1">
                <a:shade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itchFamily="34" charset="0"/>
              <a:cs typeface="Tahoma" pitchFamily="34" charset="0"/>
            </a:endParaRPr>
          </a:p>
        </p:txBody>
      </p:sp>
      <p:sp>
        <p:nvSpPr>
          <p:cNvPr id="11" name="Rectangle 10"/>
          <p:cNvSpPr/>
          <p:nvPr/>
        </p:nvSpPr>
        <p:spPr>
          <a:xfrm>
            <a:off x="381000" y="5486400"/>
            <a:ext cx="8088090" cy="838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i="1" baseline="0" dirty="0" smtClean="0">
                <a:solidFill>
                  <a:schemeClr val="tx1"/>
                </a:solidFill>
                <a:latin typeface="Tahoma" pitchFamily="34" charset="0"/>
                <a:cs typeface="Tahoma" pitchFamily="34" charset="0"/>
              </a:rPr>
              <a:t>If self-correcting systems exist in two or three spatial dimensions, they provide alternative path toward building a quantum computer </a:t>
            </a:r>
            <a:endParaRPr lang="en-US" i="1" baseline="0" dirty="0">
              <a:solidFill>
                <a:schemeClr val="tx1"/>
              </a:solidFill>
              <a:latin typeface="Tahoma" pitchFamily="34" charset="0"/>
              <a:cs typeface="Tahoma" pitchFamily="34" charset="0"/>
            </a:endParaRPr>
          </a:p>
        </p:txBody>
      </p:sp>
      <p:cxnSp>
        <p:nvCxnSpPr>
          <p:cNvPr id="12" name="Straight Connector 11"/>
          <p:cNvCxnSpPr/>
          <p:nvPr/>
        </p:nvCxnSpPr>
        <p:spPr>
          <a:xfrm>
            <a:off x="152400" y="1905000"/>
            <a:ext cx="8839200" cy="0"/>
          </a:xfrm>
          <a:prstGeom prst="line">
            <a:avLst/>
          </a:prstGeom>
          <a:ln w="34925">
            <a:solidFill>
              <a:srgbClr val="4D6489"/>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0" y="5334000"/>
            <a:ext cx="8839200" cy="0"/>
          </a:xfrm>
          <a:prstGeom prst="line">
            <a:avLst/>
          </a:prstGeom>
          <a:ln w="34925">
            <a:solidFill>
              <a:srgbClr val="4D6489"/>
            </a:solidFill>
          </a:ln>
        </p:spPr>
        <p:style>
          <a:lnRef idx="1">
            <a:schemeClr val="accent1"/>
          </a:lnRef>
          <a:fillRef idx="0">
            <a:schemeClr val="accent1"/>
          </a:fillRef>
          <a:effectRef idx="0">
            <a:schemeClr val="accent1"/>
          </a:effectRef>
          <a:fontRef idx="minor">
            <a:schemeClr val="tx1"/>
          </a:fontRef>
        </p:style>
      </p:cxnSp>
      <p:pic>
        <p:nvPicPr>
          <p:cNvPr id="19" name="Picture 18"/>
          <p:cNvPicPr>
            <a:picLocks noChangeAspect="1"/>
          </p:cNvPicPr>
          <p:nvPr/>
        </p:nvPicPr>
        <p:blipFill>
          <a:blip r:embed="rId2"/>
          <a:stretch>
            <a:fillRect/>
          </a:stretch>
        </p:blipFill>
        <p:spPr>
          <a:xfrm>
            <a:off x="5181600" y="2286000"/>
            <a:ext cx="3657600" cy="2096429"/>
          </a:xfrm>
          <a:prstGeom prst="rect">
            <a:avLst/>
          </a:prstGeom>
        </p:spPr>
      </p:pic>
      <p:sp>
        <p:nvSpPr>
          <p:cNvPr id="20" name="TextBox 19"/>
          <p:cNvSpPr txBox="1"/>
          <p:nvPr/>
        </p:nvSpPr>
        <p:spPr>
          <a:xfrm>
            <a:off x="5486400" y="4419600"/>
            <a:ext cx="3352800" cy="830997"/>
          </a:xfrm>
          <a:prstGeom prst="rect">
            <a:avLst/>
          </a:prstGeom>
          <a:noFill/>
        </p:spPr>
        <p:txBody>
          <a:bodyPr wrap="square" rtlCol="0">
            <a:spAutoFit/>
          </a:bodyPr>
          <a:lstStyle/>
          <a:p>
            <a:r>
              <a:rPr lang="en-US" baseline="0" dirty="0" smtClean="0">
                <a:latin typeface="Tahoma"/>
                <a:cs typeface="Tahoma"/>
              </a:rPr>
              <a:t>Fig: a spatially local subsystem code in 2D</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5" name="Title 14"/>
          <p:cNvSpPr>
            <a:spLocks noGrp="1"/>
          </p:cNvSpPr>
          <p:nvPr>
            <p:ph type="title"/>
          </p:nvPr>
        </p:nvSpPr>
        <p:spPr/>
        <p:txBody>
          <a:bodyPr/>
          <a:lstStyle/>
          <a:p>
            <a:r>
              <a:rPr lang="en-US" dirty="0" smtClean="0"/>
              <a:t>Fault-tolerant Adiabatic Quantum Computing (Bacon + </a:t>
            </a:r>
            <a:r>
              <a:rPr lang="en-US" dirty="0" err="1" smtClean="0"/>
              <a:t>Crosson</a:t>
            </a:r>
            <a:r>
              <a:rPr lang="en-US" dirty="0" smtClean="0"/>
              <a:t>, </a:t>
            </a:r>
            <a:r>
              <a:rPr lang="en-US" dirty="0" err="1" smtClean="0"/>
              <a:t>Svec</a:t>
            </a:r>
            <a:r>
              <a:rPr lang="en-US" dirty="0" smtClean="0"/>
              <a:t>)</a:t>
            </a:r>
            <a:endParaRPr lang="en-US" dirty="0"/>
          </a:p>
        </p:txBody>
      </p:sp>
      <p:sp>
        <p:nvSpPr>
          <p:cNvPr id="3" name="Date Placeholder 2"/>
          <p:cNvSpPr>
            <a:spLocks noGrp="1"/>
          </p:cNvSpPr>
          <p:nvPr>
            <p:ph type="dt" sz="half" idx="10"/>
          </p:nvPr>
        </p:nvSpPr>
        <p:spPr/>
        <p:txBody>
          <a:bodyPr/>
          <a:lstStyle/>
          <a:p>
            <a:pPr>
              <a:defRPr/>
            </a:pPr>
            <a:fld id="{EF995574-5D33-4AA7-9B8E-1792E50EA1C1}" type="datetime1">
              <a:rPr lang="en-US" smtClean="0">
                <a:latin typeface="Tahoma" pitchFamily="34" charset="0"/>
                <a:cs typeface="Tahoma" pitchFamily="34" charset="0"/>
              </a:rPr>
              <a:pPr>
                <a:defRPr/>
              </a:pPr>
              <a:t>3/23/11</a:t>
            </a:fld>
            <a:endParaRPr lang="en-US">
              <a:latin typeface="Tahoma" pitchFamily="34" charset="0"/>
              <a:cs typeface="Tahoma" pitchFamily="34" charset="0"/>
            </a:endParaRPr>
          </a:p>
        </p:txBody>
      </p:sp>
      <p:sp>
        <p:nvSpPr>
          <p:cNvPr id="4" name="Slide Number Placeholder 3"/>
          <p:cNvSpPr>
            <a:spLocks noGrp="1"/>
          </p:cNvSpPr>
          <p:nvPr>
            <p:ph type="sldNum" sz="quarter" idx="11"/>
          </p:nvPr>
        </p:nvSpPr>
        <p:spPr/>
        <p:txBody>
          <a:bodyPr/>
          <a:lstStyle/>
          <a:p>
            <a:pPr>
              <a:defRPr/>
            </a:pPr>
            <a:fld id="{5952BE62-DD5B-4FD6-A8C9-8092F2A840C3}" type="slidenum">
              <a:rPr lang="en-US" smtClean="0">
                <a:latin typeface="Tahoma" pitchFamily="34" charset="0"/>
                <a:cs typeface="Tahoma" pitchFamily="34" charset="0"/>
              </a:rPr>
              <a:pPr>
                <a:defRPr/>
              </a:pPr>
              <a:t>2</a:t>
            </a:fld>
            <a:endParaRPr lang="en-US">
              <a:latin typeface="Tahoma" pitchFamily="34" charset="0"/>
              <a:cs typeface="Tahoma" pitchFamily="34" charset="0"/>
            </a:endParaRPr>
          </a:p>
        </p:txBody>
      </p:sp>
      <p:sp>
        <p:nvSpPr>
          <p:cNvPr id="5" name="Footer Placeholder 4"/>
          <p:cNvSpPr>
            <a:spLocks noGrp="1"/>
          </p:cNvSpPr>
          <p:nvPr>
            <p:ph type="ftr" sz="quarter" idx="12"/>
          </p:nvPr>
        </p:nvSpPr>
        <p:spPr/>
        <p:txBody>
          <a:bodyPr/>
          <a:lstStyle/>
          <a:p>
            <a:pPr>
              <a:defRPr/>
            </a:pPr>
            <a:r>
              <a:rPr lang="en-US" dirty="0" smtClean="0">
                <a:latin typeface="Tahoma" pitchFamily="34" charset="0"/>
                <a:cs typeface="Tahoma" pitchFamily="34" charset="0"/>
              </a:rPr>
              <a:t>For Official Use Only</a:t>
            </a:r>
            <a:endParaRPr lang="en-US" dirty="0">
              <a:latin typeface="Tahoma" pitchFamily="34" charset="0"/>
              <a:cs typeface="Tahoma" pitchFamily="34" charset="0"/>
            </a:endParaRPr>
          </a:p>
        </p:txBody>
      </p:sp>
      <p:sp>
        <p:nvSpPr>
          <p:cNvPr id="8" name="Rectangle 7"/>
          <p:cNvSpPr/>
          <p:nvPr/>
        </p:nvSpPr>
        <p:spPr>
          <a:xfrm>
            <a:off x="446310" y="914400"/>
            <a:ext cx="816429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aseline="0" dirty="0" smtClean="0">
                <a:solidFill>
                  <a:schemeClr val="tx1"/>
                </a:solidFill>
                <a:latin typeface="Tahoma" pitchFamily="34" charset="0"/>
                <a:cs typeface="Tahoma" pitchFamily="34" charset="0"/>
              </a:rPr>
              <a:t>Adiabatic quantum computing is universal for quantum computing, but it is not known to be fault-tolerant</a:t>
            </a:r>
            <a:endParaRPr lang="en-US" i="1" baseline="0" dirty="0">
              <a:solidFill>
                <a:schemeClr val="tx1"/>
              </a:solidFill>
              <a:latin typeface="Tahoma" pitchFamily="34" charset="0"/>
              <a:cs typeface="Tahoma" pitchFamily="34" charset="0"/>
            </a:endParaRPr>
          </a:p>
        </p:txBody>
      </p:sp>
      <p:sp>
        <p:nvSpPr>
          <p:cNvPr id="9" name="Rectangle 8"/>
          <p:cNvSpPr/>
          <p:nvPr/>
        </p:nvSpPr>
        <p:spPr>
          <a:xfrm>
            <a:off x="446310" y="2133600"/>
            <a:ext cx="4800600" cy="304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i="1" baseline="0" dirty="0" smtClean="0">
                <a:solidFill>
                  <a:schemeClr val="tx1"/>
                </a:solidFill>
                <a:latin typeface="Tahoma" pitchFamily="34" charset="0"/>
                <a:cs typeface="Tahoma" pitchFamily="34" charset="0"/>
              </a:rPr>
              <a:t>Quantum transistors are a model of universal adiabatic quantum computation that offer many advantages over other models.  By considering variations on this model we can analytically solve this Hamiltonian and then proceed to prove fault-tolerant properties</a:t>
            </a:r>
            <a:endParaRPr lang="en-US" i="1" baseline="0" dirty="0">
              <a:solidFill>
                <a:schemeClr val="tx1"/>
              </a:solidFill>
              <a:latin typeface="Tahoma" pitchFamily="34" charset="0"/>
              <a:cs typeface="Tahoma" pitchFamily="34" charset="0"/>
            </a:endParaRPr>
          </a:p>
        </p:txBody>
      </p:sp>
      <p:sp>
        <p:nvSpPr>
          <p:cNvPr id="10" name="Rectangle 9"/>
          <p:cNvSpPr/>
          <p:nvPr/>
        </p:nvSpPr>
        <p:spPr>
          <a:xfrm>
            <a:off x="5246910" y="2133600"/>
            <a:ext cx="3516090" cy="1828800"/>
          </a:xfrm>
          <a:prstGeom prst="rect">
            <a:avLst/>
          </a:prstGeom>
          <a:noFill/>
          <a:ln>
            <a:solidFill>
              <a:schemeClr val="accent1">
                <a:shade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itchFamily="34" charset="0"/>
              <a:cs typeface="Tahoma" pitchFamily="34" charset="0"/>
            </a:endParaRPr>
          </a:p>
        </p:txBody>
      </p:sp>
      <p:sp>
        <p:nvSpPr>
          <p:cNvPr id="11" name="Rectangle 10"/>
          <p:cNvSpPr/>
          <p:nvPr/>
        </p:nvSpPr>
        <p:spPr>
          <a:xfrm>
            <a:off x="446310" y="5486400"/>
            <a:ext cx="8088090" cy="838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i="1" baseline="0" dirty="0" smtClean="0">
                <a:solidFill>
                  <a:schemeClr val="tx1"/>
                </a:solidFill>
                <a:latin typeface="Tahoma" pitchFamily="34" charset="0"/>
                <a:cs typeface="Tahoma" pitchFamily="34" charset="0"/>
              </a:rPr>
              <a:t>Adiabatic quantum computing can be less experimentally challenging (see D-wave), but without fault-tolerance it is not known if it is realistic</a:t>
            </a:r>
            <a:endParaRPr lang="en-US" i="1" baseline="0" dirty="0">
              <a:solidFill>
                <a:schemeClr val="tx1"/>
              </a:solidFill>
              <a:latin typeface="Tahoma" pitchFamily="34" charset="0"/>
              <a:cs typeface="Tahoma" pitchFamily="34" charset="0"/>
            </a:endParaRPr>
          </a:p>
        </p:txBody>
      </p:sp>
      <p:cxnSp>
        <p:nvCxnSpPr>
          <p:cNvPr id="12" name="Straight Connector 11"/>
          <p:cNvCxnSpPr/>
          <p:nvPr/>
        </p:nvCxnSpPr>
        <p:spPr>
          <a:xfrm>
            <a:off x="152400" y="1905000"/>
            <a:ext cx="8839200" cy="0"/>
          </a:xfrm>
          <a:prstGeom prst="line">
            <a:avLst/>
          </a:prstGeom>
          <a:ln w="34925">
            <a:solidFill>
              <a:srgbClr val="4D6489"/>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52400" y="5334000"/>
            <a:ext cx="8839200" cy="0"/>
          </a:xfrm>
          <a:prstGeom prst="line">
            <a:avLst/>
          </a:prstGeom>
          <a:ln w="34925">
            <a:solidFill>
              <a:srgbClr val="4D6489"/>
            </a:solidFill>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2"/>
          <a:stretch>
            <a:fillRect/>
          </a:stretch>
        </p:blipFill>
        <p:spPr>
          <a:xfrm>
            <a:off x="5334000" y="2133600"/>
            <a:ext cx="3390900" cy="1774142"/>
          </a:xfrm>
          <a:prstGeom prst="rect">
            <a:avLst/>
          </a:prstGeom>
        </p:spPr>
      </p:pic>
      <p:sp>
        <p:nvSpPr>
          <p:cNvPr id="17" name="TextBox 16"/>
          <p:cNvSpPr txBox="1"/>
          <p:nvPr/>
        </p:nvSpPr>
        <p:spPr>
          <a:xfrm>
            <a:off x="5105400" y="4114800"/>
            <a:ext cx="3886200" cy="1200328"/>
          </a:xfrm>
          <a:prstGeom prst="rect">
            <a:avLst/>
          </a:prstGeom>
          <a:noFill/>
        </p:spPr>
        <p:txBody>
          <a:bodyPr wrap="square" rtlCol="0">
            <a:spAutoFit/>
          </a:bodyPr>
          <a:lstStyle/>
          <a:p>
            <a:r>
              <a:rPr lang="en-US" baseline="0" dirty="0" smtClean="0">
                <a:latin typeface="Tahoma"/>
                <a:cs typeface="Tahoma"/>
              </a:rPr>
              <a:t>Fig: an adiabatic quantum transistor for computing a </a:t>
            </a:r>
          </a:p>
          <a:p>
            <a:r>
              <a:rPr lang="en-US" baseline="0" dirty="0" smtClean="0">
                <a:latin typeface="Tahoma"/>
                <a:cs typeface="Tahoma"/>
              </a:rPr>
              <a:t>4-qubit QFT</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5" name="Title 14"/>
          <p:cNvSpPr>
            <a:spLocks noGrp="1"/>
          </p:cNvSpPr>
          <p:nvPr>
            <p:ph type="title"/>
          </p:nvPr>
        </p:nvSpPr>
        <p:spPr/>
        <p:txBody>
          <a:bodyPr/>
          <a:lstStyle/>
          <a:p>
            <a:r>
              <a:rPr lang="en-US" dirty="0" smtClean="0"/>
              <a:t>Potential for Implementation (Bacon + </a:t>
            </a:r>
            <a:r>
              <a:rPr lang="en-US" dirty="0" err="1" smtClean="0"/>
              <a:t>Michnicki</a:t>
            </a:r>
            <a:r>
              <a:rPr lang="en-US" dirty="0" smtClean="0"/>
              <a:t>)</a:t>
            </a:r>
            <a:endParaRPr lang="en-US" dirty="0"/>
          </a:p>
        </p:txBody>
      </p:sp>
      <p:sp>
        <p:nvSpPr>
          <p:cNvPr id="3" name="Date Placeholder 2"/>
          <p:cNvSpPr>
            <a:spLocks noGrp="1"/>
          </p:cNvSpPr>
          <p:nvPr>
            <p:ph type="dt" sz="half" idx="10"/>
          </p:nvPr>
        </p:nvSpPr>
        <p:spPr/>
        <p:txBody>
          <a:bodyPr/>
          <a:lstStyle/>
          <a:p>
            <a:pPr>
              <a:defRPr/>
            </a:pPr>
            <a:fld id="{EF995574-5D33-4AA7-9B8E-1792E50EA1C1}" type="datetime1">
              <a:rPr lang="en-US" smtClean="0">
                <a:latin typeface="Tahoma" pitchFamily="34" charset="0"/>
                <a:cs typeface="Tahoma" pitchFamily="34" charset="0"/>
              </a:rPr>
              <a:pPr>
                <a:defRPr/>
              </a:pPr>
              <a:t>3/23/11</a:t>
            </a:fld>
            <a:endParaRPr lang="en-US">
              <a:latin typeface="Tahoma" pitchFamily="34" charset="0"/>
              <a:cs typeface="Tahoma" pitchFamily="34" charset="0"/>
            </a:endParaRPr>
          </a:p>
        </p:txBody>
      </p:sp>
      <p:sp>
        <p:nvSpPr>
          <p:cNvPr id="4" name="Slide Number Placeholder 3"/>
          <p:cNvSpPr>
            <a:spLocks noGrp="1"/>
          </p:cNvSpPr>
          <p:nvPr>
            <p:ph type="sldNum" sz="quarter" idx="11"/>
          </p:nvPr>
        </p:nvSpPr>
        <p:spPr/>
        <p:txBody>
          <a:bodyPr/>
          <a:lstStyle/>
          <a:p>
            <a:pPr>
              <a:defRPr/>
            </a:pPr>
            <a:fld id="{5952BE62-DD5B-4FD6-A8C9-8092F2A840C3}" type="slidenum">
              <a:rPr lang="en-US" smtClean="0">
                <a:latin typeface="Tahoma" pitchFamily="34" charset="0"/>
                <a:cs typeface="Tahoma" pitchFamily="34" charset="0"/>
              </a:rPr>
              <a:pPr>
                <a:defRPr/>
              </a:pPr>
              <a:t>3</a:t>
            </a:fld>
            <a:endParaRPr lang="en-US">
              <a:latin typeface="Tahoma" pitchFamily="34" charset="0"/>
              <a:cs typeface="Tahoma" pitchFamily="34" charset="0"/>
            </a:endParaRPr>
          </a:p>
        </p:txBody>
      </p:sp>
      <p:sp>
        <p:nvSpPr>
          <p:cNvPr id="5" name="Footer Placeholder 4"/>
          <p:cNvSpPr>
            <a:spLocks noGrp="1"/>
          </p:cNvSpPr>
          <p:nvPr>
            <p:ph type="ftr" sz="quarter" idx="12"/>
          </p:nvPr>
        </p:nvSpPr>
        <p:spPr/>
        <p:txBody>
          <a:bodyPr/>
          <a:lstStyle/>
          <a:p>
            <a:pPr>
              <a:defRPr/>
            </a:pPr>
            <a:r>
              <a:rPr lang="en-US" dirty="0" smtClean="0">
                <a:latin typeface="Tahoma" pitchFamily="34" charset="0"/>
                <a:cs typeface="Tahoma" pitchFamily="34" charset="0"/>
              </a:rPr>
              <a:t>For Official Use Only</a:t>
            </a:r>
            <a:endParaRPr lang="en-US" dirty="0">
              <a:latin typeface="Tahoma" pitchFamily="34" charset="0"/>
              <a:cs typeface="Tahoma" pitchFamily="34" charset="0"/>
            </a:endParaRPr>
          </a:p>
        </p:txBody>
      </p:sp>
      <p:sp>
        <p:nvSpPr>
          <p:cNvPr id="8" name="Rectangle 7"/>
          <p:cNvSpPr/>
          <p:nvPr/>
        </p:nvSpPr>
        <p:spPr>
          <a:xfrm>
            <a:off x="446310" y="914400"/>
            <a:ext cx="816429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i="1" baseline="0" dirty="0" smtClean="0">
                <a:solidFill>
                  <a:schemeClr val="tx1"/>
                </a:solidFill>
                <a:latin typeface="Tahoma" pitchFamily="34" charset="0"/>
                <a:cs typeface="Tahoma" pitchFamily="34" charset="0"/>
              </a:rPr>
              <a:t>How implementable are the ideas of small energetic protection or adiabatic gate teleportation in realistic settings? </a:t>
            </a:r>
            <a:endParaRPr lang="en-US" i="1" baseline="0" dirty="0">
              <a:solidFill>
                <a:schemeClr val="tx1"/>
              </a:solidFill>
              <a:latin typeface="Tahoma" pitchFamily="34" charset="0"/>
              <a:cs typeface="Tahoma" pitchFamily="34" charset="0"/>
            </a:endParaRPr>
          </a:p>
        </p:txBody>
      </p:sp>
      <p:sp>
        <p:nvSpPr>
          <p:cNvPr id="9" name="Rectangle 8"/>
          <p:cNvSpPr/>
          <p:nvPr/>
        </p:nvSpPr>
        <p:spPr>
          <a:xfrm>
            <a:off x="446310" y="2133600"/>
            <a:ext cx="4800600" cy="304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i="1" baseline="0" dirty="0" smtClean="0">
                <a:solidFill>
                  <a:schemeClr val="tx1"/>
                </a:solidFill>
                <a:latin typeface="Tahoma" pitchFamily="34" charset="0"/>
                <a:cs typeface="Tahoma" pitchFamily="34" charset="0"/>
              </a:rPr>
              <a:t>Physical realization in different implementations of quantum computers need to be investigated.  For example, can one perform adiabatic gate teleportation using a circuit QED setup with the cavity as one of the </a:t>
            </a:r>
            <a:r>
              <a:rPr lang="en-US" i="1" baseline="0" dirty="0" err="1" smtClean="0">
                <a:solidFill>
                  <a:schemeClr val="tx1"/>
                </a:solidFill>
                <a:latin typeface="Tahoma" pitchFamily="34" charset="0"/>
                <a:cs typeface="Tahoma" pitchFamily="34" charset="0"/>
              </a:rPr>
              <a:t>qubits</a:t>
            </a:r>
            <a:r>
              <a:rPr lang="en-US" i="1" baseline="0" dirty="0" smtClean="0">
                <a:solidFill>
                  <a:schemeClr val="tx1"/>
                </a:solidFill>
                <a:latin typeface="Tahoma" pitchFamily="34" charset="0"/>
                <a:cs typeface="Tahoma" pitchFamily="34" charset="0"/>
              </a:rPr>
              <a:t>?</a:t>
            </a:r>
            <a:endParaRPr lang="en-US" i="1" baseline="0" dirty="0">
              <a:solidFill>
                <a:schemeClr val="tx1"/>
              </a:solidFill>
              <a:latin typeface="Tahoma" pitchFamily="34" charset="0"/>
              <a:cs typeface="Tahoma" pitchFamily="34" charset="0"/>
            </a:endParaRPr>
          </a:p>
        </p:txBody>
      </p:sp>
      <p:sp>
        <p:nvSpPr>
          <p:cNvPr id="10" name="Rectangle 9"/>
          <p:cNvSpPr/>
          <p:nvPr/>
        </p:nvSpPr>
        <p:spPr>
          <a:xfrm>
            <a:off x="5638800" y="2133600"/>
            <a:ext cx="2590800" cy="2590800"/>
          </a:xfrm>
          <a:prstGeom prst="rect">
            <a:avLst/>
          </a:prstGeom>
          <a:noFill/>
          <a:ln>
            <a:solidFill>
              <a:schemeClr val="accent1">
                <a:shade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itchFamily="34" charset="0"/>
              <a:cs typeface="Tahoma" pitchFamily="34" charset="0"/>
            </a:endParaRPr>
          </a:p>
        </p:txBody>
      </p:sp>
      <p:sp>
        <p:nvSpPr>
          <p:cNvPr id="11" name="Rectangle 10"/>
          <p:cNvSpPr/>
          <p:nvPr/>
        </p:nvSpPr>
        <p:spPr>
          <a:xfrm>
            <a:off x="446310" y="5410200"/>
            <a:ext cx="8088090" cy="838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i="1" baseline="0" dirty="0" smtClean="0">
                <a:solidFill>
                  <a:schemeClr val="tx1"/>
                </a:solidFill>
                <a:latin typeface="Tahoma" pitchFamily="34" charset="0"/>
                <a:cs typeface="Tahoma" pitchFamily="34" charset="0"/>
              </a:rPr>
              <a:t>Crucial step from abstract theory to realistic physical protocols.  Could result in first interesting adiabatic protocols in quantum computing</a:t>
            </a:r>
            <a:endParaRPr lang="en-US" i="1" baseline="0" dirty="0">
              <a:solidFill>
                <a:schemeClr val="tx1"/>
              </a:solidFill>
              <a:latin typeface="Tahoma" pitchFamily="34" charset="0"/>
              <a:cs typeface="Tahoma" pitchFamily="34" charset="0"/>
            </a:endParaRPr>
          </a:p>
        </p:txBody>
      </p:sp>
      <p:cxnSp>
        <p:nvCxnSpPr>
          <p:cNvPr id="12" name="Straight Connector 11"/>
          <p:cNvCxnSpPr/>
          <p:nvPr/>
        </p:nvCxnSpPr>
        <p:spPr>
          <a:xfrm>
            <a:off x="304800" y="1981200"/>
            <a:ext cx="8839200" cy="0"/>
          </a:xfrm>
          <a:prstGeom prst="line">
            <a:avLst/>
          </a:prstGeom>
          <a:ln w="34925">
            <a:solidFill>
              <a:srgbClr val="4D6489"/>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52400" y="5257800"/>
            <a:ext cx="8839200" cy="0"/>
          </a:xfrm>
          <a:prstGeom prst="line">
            <a:avLst/>
          </a:prstGeom>
          <a:ln w="34925">
            <a:solidFill>
              <a:srgbClr val="4D6489"/>
            </a:solidFill>
          </a:ln>
        </p:spPr>
        <p:style>
          <a:lnRef idx="1">
            <a:schemeClr val="accent1"/>
          </a:lnRef>
          <a:fillRef idx="0">
            <a:schemeClr val="accent1"/>
          </a:fillRef>
          <a:effectRef idx="0">
            <a:schemeClr val="accent1"/>
          </a:effectRef>
          <a:fontRef idx="minor">
            <a:schemeClr val="tx1"/>
          </a:fontRef>
        </p:style>
      </p:cxnSp>
      <p:pic>
        <p:nvPicPr>
          <p:cNvPr id="17" name="Picture 16"/>
          <p:cNvPicPr>
            <a:picLocks noChangeAspect="1"/>
          </p:cNvPicPr>
          <p:nvPr/>
        </p:nvPicPr>
        <p:blipFill>
          <a:blip r:embed="rId2"/>
          <a:stretch>
            <a:fillRect/>
          </a:stretch>
        </p:blipFill>
        <p:spPr>
          <a:xfrm>
            <a:off x="5791200" y="2209800"/>
            <a:ext cx="2209800" cy="2401125"/>
          </a:xfrm>
          <a:prstGeom prst="rect">
            <a:avLst/>
          </a:prstGeom>
        </p:spPr>
      </p:pic>
      <p:sp>
        <p:nvSpPr>
          <p:cNvPr id="18" name="Rectangle 17"/>
          <p:cNvSpPr/>
          <p:nvPr/>
        </p:nvSpPr>
        <p:spPr>
          <a:xfrm>
            <a:off x="4572000" y="4724400"/>
            <a:ext cx="4572000" cy="461665"/>
          </a:xfrm>
          <a:prstGeom prst="rect">
            <a:avLst/>
          </a:prstGeom>
        </p:spPr>
        <p:txBody>
          <a:bodyPr>
            <a:spAutoFit/>
          </a:bodyPr>
          <a:lstStyle/>
          <a:p>
            <a:r>
              <a:rPr lang="en-US" baseline="0" dirty="0" smtClean="0">
                <a:latin typeface="Tahoma"/>
                <a:cs typeface="Tahoma"/>
              </a:rPr>
              <a:t>Fig: adiabatic gate teleportation</a:t>
            </a:r>
          </a:p>
        </p:txBody>
      </p:sp>
    </p:spTree>
  </p:cSld>
  <p:clrMapOvr>
    <a:masterClrMapping/>
  </p:clrMapOvr>
</p:sld>
</file>

<file path=ppt/theme/theme1.xml><?xml version="1.0" encoding="utf-8"?>
<a:theme xmlns:a="http://schemas.openxmlformats.org/drawingml/2006/main" name="General Guidelines for DARPA PowerPoint_dh edits 200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44A9B"/>
        </a:solidFill>
        <a:ln>
          <a:solidFill>
            <a:schemeClr val="bg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baseline="0" dirty="0" smtClean="0">
            <a:latin typeface="Tahoma"/>
            <a:cs typeface="Tahoma"/>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dirty="0">
            <a:latin typeface="Tahoma" pitchFamily="34" charset="0"/>
            <a:ea typeface="Tahoma" pitchFamily="34" charset="0"/>
            <a:cs typeface="Tahoma" pitchFamily="34"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dirty="0">
            <a:latin typeface="Tahoma" pitchFamily="34" charset="0"/>
            <a:ea typeface="Tahoma" pitchFamily="34" charset="0"/>
            <a:cs typeface="Tahoma" pitchFamily="34" charset="0"/>
          </a:defRPr>
        </a:defPPr>
      </a:lstStyle>
    </a:txDef>
  </a:objectDefaults>
  <a:extraClrSchemeLst/>
</a:theme>
</file>

<file path=docProps/app.xml><?xml version="1.0" encoding="utf-8"?>
<Properties xmlns="http://schemas.openxmlformats.org/officeDocument/2006/extended-properties" xmlns:vt="http://schemas.openxmlformats.org/officeDocument/2006/docPropsVTypes">
  <Template/>
  <TotalTime>532</TotalTime>
  <Words>317</Words>
  <Application>Microsoft Macintosh PowerPoint</Application>
  <PresentationFormat>On-screen Show (4:3)</PresentationFormat>
  <Paragraphs>25</Paragraphs>
  <Slides>3</Slides>
  <Notes>0</Notes>
  <HiddenSlides>0</HiddenSlides>
  <MMClips>0</MMClips>
  <ScaleCrop>false</ScaleCrop>
  <HeadingPairs>
    <vt:vector size="4" baseType="variant">
      <vt:variant>
        <vt:lpstr>Design Template</vt:lpstr>
      </vt:variant>
      <vt:variant>
        <vt:i4>1</vt:i4>
      </vt:variant>
      <vt:variant>
        <vt:lpstr>Slide Titles</vt:lpstr>
      </vt:variant>
      <vt:variant>
        <vt:i4>3</vt:i4>
      </vt:variant>
    </vt:vector>
  </HeadingPairs>
  <TitlesOfParts>
    <vt:vector size="4" baseType="lpstr">
      <vt:lpstr>General Guidelines for DARPA PowerPoint_dh edits 2007</vt:lpstr>
      <vt:lpstr>Self-Correcting Systems (Bacon + Harrow, Shi) </vt:lpstr>
      <vt:lpstr>Fault-tolerant Adiabatic Quantum Computing (Bacon + Crosson, Svec)</vt:lpstr>
      <vt:lpstr>Potential for Implementation (Bacon + Michnicki)</vt:lpstr>
    </vt:vector>
  </TitlesOfParts>
  <Company>DARPA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 Guidelines for DARPA PowerPoint</dc:title>
  <dc:creator>RS Information Systems</dc:creator>
  <cp:lastModifiedBy>Dave Bacon</cp:lastModifiedBy>
  <cp:revision>21</cp:revision>
  <cp:lastPrinted>2010-08-31T17:36:21Z</cp:lastPrinted>
  <dcterms:created xsi:type="dcterms:W3CDTF">2011-03-23T19:51:44Z</dcterms:created>
  <dcterms:modified xsi:type="dcterms:W3CDTF">2011-03-23T20:43:46Z</dcterms:modified>
</cp:coreProperties>
</file>