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0" name="Shape 50"/>
        <p:cNvGrpSpPr/>
        <p:nvPr/>
      </p:nvGrpSpPr>
      <p:grpSpPr>
        <a:xfrm>
          <a:off x="0" y="0"/>
          <a:ext cx="0" cy="0"/>
          <a:chOff x="0" y="0"/>
          <a:chExt cx="0" cy="0"/>
        </a:xfrm>
      </p:grpSpPr>
      <p:sp>
        <p:nvSpPr>
          <p:cNvPr id="51" name="Shape 51"/>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52" name="Shape 5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7" name="Shape 57"/>
        <p:cNvGrpSpPr/>
        <p:nvPr/>
      </p:nvGrpSpPr>
      <p:grpSpPr>
        <a:xfrm>
          <a:off x="0" y="0"/>
          <a:ext cx="0" cy="0"/>
          <a:chOff x="0" y="0"/>
          <a:chExt cx="0" cy="0"/>
        </a:xfrm>
      </p:grpSpPr>
      <p:sp>
        <p:nvSpPr>
          <p:cNvPr id="58" name="Shape 5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9" name="Shape 5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4" name="Shape 64"/>
        <p:cNvGrpSpPr/>
        <p:nvPr/>
      </p:nvGrpSpPr>
      <p:grpSpPr>
        <a:xfrm>
          <a:off x="0" y="0"/>
          <a:ext cx="0" cy="0"/>
          <a:chOff x="0" y="0"/>
          <a:chExt cx="0" cy="0"/>
        </a:xfrm>
      </p:grpSpPr>
      <p:sp>
        <p:nvSpPr>
          <p:cNvPr id="65" name="Shape 6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6" name="Shape 6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0" name="Shape 70"/>
        <p:cNvGrpSpPr/>
        <p:nvPr/>
      </p:nvGrpSpPr>
      <p:grpSpPr>
        <a:xfrm>
          <a:off x="0" y="0"/>
          <a:ext cx="0" cy="0"/>
          <a:chOff x="0" y="0"/>
          <a:chExt cx="0" cy="0"/>
        </a:xfrm>
      </p:grpSpPr>
      <p:sp>
        <p:nvSpPr>
          <p:cNvPr id="71" name="Shape 7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2" name="Shape 7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5" name="Shape 75"/>
        <p:cNvGrpSpPr/>
        <p:nvPr/>
      </p:nvGrpSpPr>
      <p:grpSpPr>
        <a:xfrm>
          <a:off x="0" y="0"/>
          <a:ext cx="0" cy="0"/>
          <a:chOff x="0" y="0"/>
          <a:chExt cx="0" cy="0"/>
        </a:xfrm>
      </p:grpSpPr>
      <p:sp>
        <p:nvSpPr>
          <p:cNvPr id="76" name="Shape 7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7" name="Shape 7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8" name="Shape 98"/>
        <p:cNvGrpSpPr/>
        <p:nvPr/>
      </p:nvGrpSpPr>
      <p:grpSpPr>
        <a:xfrm>
          <a:off x="0" y="0"/>
          <a:ext cx="0" cy="0"/>
          <a:chOff x="0" y="0"/>
          <a:chExt cx="0" cy="0"/>
        </a:xfrm>
      </p:grpSpPr>
      <p:sp>
        <p:nvSpPr>
          <p:cNvPr id="99" name="Shape 9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0" name="Shape 100"/>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5" name="Shape 105"/>
        <p:cNvGrpSpPr/>
        <p:nvPr/>
      </p:nvGrpSpPr>
      <p:grpSpPr>
        <a:xfrm>
          <a:off x="0" y="0"/>
          <a:ext cx="0" cy="0"/>
          <a:chOff x="0" y="0"/>
          <a:chExt cx="0" cy="0"/>
        </a:xfrm>
      </p:grpSpPr>
      <p:sp>
        <p:nvSpPr>
          <p:cNvPr id="106" name="Shape 10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7" name="Shape 10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2" name="Shape 112"/>
        <p:cNvGrpSpPr/>
        <p:nvPr/>
      </p:nvGrpSpPr>
      <p:grpSpPr>
        <a:xfrm>
          <a:off x="0" y="0"/>
          <a:ext cx="0" cy="0"/>
          <a:chOff x="0" y="0"/>
          <a:chExt cx="0" cy="0"/>
        </a:xfrm>
      </p:grpSpPr>
      <p:sp>
        <p:nvSpPr>
          <p:cNvPr id="113" name="Shape 11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4" name="Shape 11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9" name="Shape 119"/>
        <p:cNvGrpSpPr/>
        <p:nvPr/>
      </p:nvGrpSpPr>
      <p:grpSpPr>
        <a:xfrm>
          <a:off x="0" y="0"/>
          <a:ext cx="0" cy="0"/>
          <a:chOff x="0" y="0"/>
          <a:chExt cx="0" cy="0"/>
        </a:xfrm>
      </p:grpSpPr>
      <p:sp>
        <p:nvSpPr>
          <p:cNvPr id="120" name="Shape 12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1" name="Shape 12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7" name="Shape 127"/>
        <p:cNvGrpSpPr/>
        <p:nvPr/>
      </p:nvGrpSpPr>
      <p:grpSpPr>
        <a:xfrm>
          <a:off x="0" y="0"/>
          <a:ext cx="0" cy="0"/>
          <a:chOff x="0" y="0"/>
          <a:chExt cx="0" cy="0"/>
        </a:xfrm>
      </p:grpSpPr>
      <p:sp>
        <p:nvSpPr>
          <p:cNvPr id="128" name="Shape 12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9" name="Shape 12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9" name="Shape 9"/>
        <p:cNvGrpSpPr/>
        <p:nvPr/>
      </p:nvGrpSpPr>
      <p:grpSpPr>
        <a:xfrm>
          <a:off x="0" y="0"/>
          <a:ext cx="0" cy="0"/>
          <a:chOff x="0" y="0"/>
          <a:chExt cx="0" cy="0"/>
        </a:xfrm>
      </p:grpSpPr>
      <p:sp>
        <p:nvSpPr>
          <p:cNvPr id="10" name="Shape 10"/>
          <p:cNvSpPr txBox="1"/>
          <p:nvPr>
            <p:ph type="ctrTitle"/>
          </p:nvPr>
        </p:nvSpPr>
        <p:spPr>
          <a:xfrm>
            <a:off x="311708" y="744575"/>
            <a:ext cx="8520600" cy="2052600"/>
          </a:xfrm>
          <a:prstGeom prst="rect">
            <a:avLst/>
          </a:prstGeom>
        </p:spPr>
        <p:txBody>
          <a:bodyPr anchorCtr="0" anchor="b" bIns="91425" lIns="91425" rIns="91425" tIns="91425"/>
          <a:lstStyle>
            <a:lvl1pPr lvl="0" algn="ctr">
              <a:spcBef>
                <a:spcPts val="0"/>
              </a:spcBef>
              <a:buSzPct val="100000"/>
              <a:defRPr sz="5200"/>
            </a:lvl1pPr>
            <a:lvl2pPr lvl="1" algn="ctr">
              <a:spcBef>
                <a:spcPts val="0"/>
              </a:spcBef>
              <a:buSzPct val="100000"/>
              <a:defRPr sz="5200"/>
            </a:lvl2pPr>
            <a:lvl3pPr lvl="2" algn="ctr">
              <a:spcBef>
                <a:spcPts val="0"/>
              </a:spcBef>
              <a:buSzPct val="100000"/>
              <a:defRPr sz="5200"/>
            </a:lvl3pPr>
            <a:lvl4pPr lvl="3" algn="ctr">
              <a:spcBef>
                <a:spcPts val="0"/>
              </a:spcBef>
              <a:buSzPct val="100000"/>
              <a:defRPr sz="5200"/>
            </a:lvl4pPr>
            <a:lvl5pPr lvl="4" algn="ctr">
              <a:spcBef>
                <a:spcPts val="0"/>
              </a:spcBef>
              <a:buSzPct val="100000"/>
              <a:defRPr sz="5200"/>
            </a:lvl5pPr>
            <a:lvl6pPr lvl="5" algn="ctr">
              <a:spcBef>
                <a:spcPts val="0"/>
              </a:spcBef>
              <a:buSzPct val="100000"/>
              <a:defRPr sz="5200"/>
            </a:lvl6pPr>
            <a:lvl7pPr lvl="6" algn="ctr">
              <a:spcBef>
                <a:spcPts val="0"/>
              </a:spcBef>
              <a:buSzPct val="100000"/>
              <a:defRPr sz="5200"/>
            </a:lvl7pPr>
            <a:lvl8pPr lvl="7" algn="ctr">
              <a:spcBef>
                <a:spcPts val="0"/>
              </a:spcBef>
              <a:buSzPct val="100000"/>
              <a:defRPr sz="5200"/>
            </a:lvl8pPr>
            <a:lvl9pPr lvl="8" algn="ctr">
              <a:spcBef>
                <a:spcPts val="0"/>
              </a:spcBef>
              <a:buSzPct val="100000"/>
              <a:defRPr sz="5200"/>
            </a:lvl9pPr>
          </a:lstStyle>
          <a:p/>
        </p:txBody>
      </p:sp>
      <p:sp>
        <p:nvSpPr>
          <p:cNvPr id="11" name="Shape 11"/>
          <p:cNvSpPr txBox="1"/>
          <p:nvPr>
            <p:ph idx="1" type="subTitle"/>
          </p:nvPr>
        </p:nvSpPr>
        <p:spPr>
          <a:xfrm>
            <a:off x="311700" y="2834125"/>
            <a:ext cx="8520600" cy="792600"/>
          </a:xfrm>
          <a:prstGeom prst="rect">
            <a:avLst/>
          </a:prstGeom>
        </p:spPr>
        <p:txBody>
          <a:bodyPr anchorCtr="0" anchor="t" bIns="91425" lIns="91425" rIns="91425" tIns="91425"/>
          <a:lstStyle>
            <a:lvl1pPr lvl="0" algn="ctr">
              <a:lnSpc>
                <a:spcPct val="100000"/>
              </a:lnSpc>
              <a:spcBef>
                <a:spcPts val="0"/>
              </a:spcBef>
              <a:spcAft>
                <a:spcPts val="0"/>
              </a:spcAft>
              <a:buSzPct val="100000"/>
              <a:buNone/>
              <a:defRPr sz="2800"/>
            </a:lvl1pPr>
            <a:lvl2pPr lvl="1" algn="ctr">
              <a:lnSpc>
                <a:spcPct val="100000"/>
              </a:lnSpc>
              <a:spcBef>
                <a:spcPts val="0"/>
              </a:spcBef>
              <a:spcAft>
                <a:spcPts val="0"/>
              </a:spcAft>
              <a:buSzPct val="100000"/>
              <a:buNone/>
              <a:defRPr sz="2800"/>
            </a:lvl2pPr>
            <a:lvl3pPr lvl="2" algn="ctr">
              <a:lnSpc>
                <a:spcPct val="100000"/>
              </a:lnSpc>
              <a:spcBef>
                <a:spcPts val="0"/>
              </a:spcBef>
              <a:spcAft>
                <a:spcPts val="0"/>
              </a:spcAft>
              <a:buSzPct val="100000"/>
              <a:buNone/>
              <a:defRPr sz="2800"/>
            </a:lvl3pPr>
            <a:lvl4pPr lvl="3" algn="ctr">
              <a:lnSpc>
                <a:spcPct val="100000"/>
              </a:lnSpc>
              <a:spcBef>
                <a:spcPts val="0"/>
              </a:spcBef>
              <a:spcAft>
                <a:spcPts val="0"/>
              </a:spcAft>
              <a:buSzPct val="100000"/>
              <a:buNone/>
              <a:defRPr sz="2800"/>
            </a:lvl4pPr>
            <a:lvl5pPr lvl="4" algn="ctr">
              <a:lnSpc>
                <a:spcPct val="100000"/>
              </a:lnSpc>
              <a:spcBef>
                <a:spcPts val="0"/>
              </a:spcBef>
              <a:spcAft>
                <a:spcPts val="0"/>
              </a:spcAft>
              <a:buSzPct val="100000"/>
              <a:buNone/>
              <a:defRPr sz="2800"/>
            </a:lvl5pPr>
            <a:lvl6pPr lvl="5" algn="ctr">
              <a:lnSpc>
                <a:spcPct val="100000"/>
              </a:lnSpc>
              <a:spcBef>
                <a:spcPts val="0"/>
              </a:spcBef>
              <a:spcAft>
                <a:spcPts val="0"/>
              </a:spcAft>
              <a:buSzPct val="100000"/>
              <a:buNone/>
              <a:defRPr sz="2800"/>
            </a:lvl6pPr>
            <a:lvl7pPr lvl="6" algn="ctr">
              <a:lnSpc>
                <a:spcPct val="100000"/>
              </a:lnSpc>
              <a:spcBef>
                <a:spcPts val="0"/>
              </a:spcBef>
              <a:spcAft>
                <a:spcPts val="0"/>
              </a:spcAft>
              <a:buSzPct val="100000"/>
              <a:buNone/>
              <a:defRPr sz="2800"/>
            </a:lvl7pPr>
            <a:lvl8pPr lvl="7" algn="ctr">
              <a:lnSpc>
                <a:spcPct val="100000"/>
              </a:lnSpc>
              <a:spcBef>
                <a:spcPts val="0"/>
              </a:spcBef>
              <a:spcAft>
                <a:spcPts val="0"/>
              </a:spcAft>
              <a:buSzPct val="100000"/>
              <a:buNone/>
              <a:defRPr sz="2800"/>
            </a:lvl8pPr>
            <a:lvl9pPr lvl="8" algn="ctr">
              <a:lnSpc>
                <a:spcPct val="100000"/>
              </a:lnSpc>
              <a:spcBef>
                <a:spcPts val="0"/>
              </a:spcBef>
              <a:spcAft>
                <a:spcPts val="0"/>
              </a:spcAft>
              <a:buSzPct val="100000"/>
              <a:buNone/>
              <a:defRPr sz="2800"/>
            </a:lvl9pPr>
          </a:lstStyle>
          <a:p/>
        </p:txBody>
      </p:sp>
      <p:sp>
        <p:nvSpPr>
          <p:cNvPr id="12" name="Shape 12"/>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spTree>
      <p:nvGrpSpPr>
        <p:cNvPr id="13" name="Shape 13"/>
        <p:cNvGrpSpPr/>
        <p:nvPr/>
      </p:nvGrpSpPr>
      <p:grpSpPr>
        <a:xfrm>
          <a:off x="0" y="0"/>
          <a:ext cx="0" cy="0"/>
          <a:chOff x="0" y="0"/>
          <a:chExt cx="0" cy="0"/>
        </a:xfrm>
      </p:grpSpPr>
      <p:sp>
        <p:nvSpPr>
          <p:cNvPr id="14" name="Shape 14"/>
          <p:cNvSpPr txBox="1"/>
          <p:nvPr>
            <p:ph type="title"/>
          </p:nvPr>
        </p:nvSpPr>
        <p:spPr>
          <a:xfrm>
            <a:off x="311700" y="2150850"/>
            <a:ext cx="8520600" cy="841800"/>
          </a:xfrm>
          <a:prstGeom prst="rect">
            <a:avLst/>
          </a:prstGeom>
        </p:spPr>
        <p:txBody>
          <a:bodyPr anchorCtr="0" anchor="ctr" bIns="91425" lIns="91425" rIns="91425" tIns="91425"/>
          <a:lstStyle>
            <a:lvl1pPr lvl="0" algn="ctr">
              <a:spcBef>
                <a:spcPts val="0"/>
              </a:spcBef>
              <a:buSzPct val="100000"/>
              <a:defRPr sz="3600"/>
            </a:lvl1pPr>
            <a:lvl2pPr lvl="1" algn="ctr">
              <a:spcBef>
                <a:spcPts val="0"/>
              </a:spcBef>
              <a:buSzPct val="100000"/>
              <a:defRPr sz="3600"/>
            </a:lvl2pPr>
            <a:lvl3pPr lvl="2" algn="ctr">
              <a:spcBef>
                <a:spcPts val="0"/>
              </a:spcBef>
              <a:buSzPct val="100000"/>
              <a:defRPr sz="3600"/>
            </a:lvl3pPr>
            <a:lvl4pPr lvl="3" algn="ctr">
              <a:spcBef>
                <a:spcPts val="0"/>
              </a:spcBef>
              <a:buSzPct val="100000"/>
              <a:defRPr sz="3600"/>
            </a:lvl4pPr>
            <a:lvl5pPr lvl="4" algn="ctr">
              <a:spcBef>
                <a:spcPts val="0"/>
              </a:spcBef>
              <a:buSzPct val="100000"/>
              <a:defRPr sz="3600"/>
            </a:lvl5pPr>
            <a:lvl6pPr lvl="5" algn="ctr">
              <a:spcBef>
                <a:spcPts val="0"/>
              </a:spcBef>
              <a:buSzPct val="100000"/>
              <a:defRPr sz="3600"/>
            </a:lvl6pPr>
            <a:lvl7pPr lvl="6" algn="ctr">
              <a:spcBef>
                <a:spcPts val="0"/>
              </a:spcBef>
              <a:buSzPct val="100000"/>
              <a:defRPr sz="3600"/>
            </a:lvl7pPr>
            <a:lvl8pPr lvl="7" algn="ctr">
              <a:spcBef>
                <a:spcPts val="0"/>
              </a:spcBef>
              <a:buSzPct val="100000"/>
              <a:defRPr sz="3600"/>
            </a:lvl8pPr>
            <a:lvl9pPr lvl="8" algn="ctr">
              <a:spcBef>
                <a:spcPts val="0"/>
              </a:spcBef>
              <a:buSzPct val="100000"/>
              <a:defRPr sz="3600"/>
            </a:lvl9pPr>
          </a:lstStyle>
          <a:p/>
        </p:txBody>
      </p:sp>
      <p:sp>
        <p:nvSpPr>
          <p:cNvPr id="15" name="Shape 15"/>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16" name="Shape 16"/>
        <p:cNvGrpSpPr/>
        <p:nvPr/>
      </p:nvGrpSpPr>
      <p:grpSpPr>
        <a:xfrm>
          <a:off x="0" y="0"/>
          <a:ext cx="0" cy="0"/>
          <a:chOff x="0" y="0"/>
          <a:chExt cx="0" cy="0"/>
        </a:xfrm>
      </p:grpSpPr>
      <p:sp>
        <p:nvSpPr>
          <p:cNvPr id="17" name="Shape 17"/>
          <p:cNvSpPr txBox="1"/>
          <p:nvPr>
            <p:ph type="title"/>
          </p:nvPr>
        </p:nvSpPr>
        <p:spPr>
          <a:xfrm>
            <a:off x="311700" y="445025"/>
            <a:ext cx="8520600" cy="572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8" name="Shape 18"/>
          <p:cNvSpPr txBox="1"/>
          <p:nvPr>
            <p:ph idx="1" type="body"/>
          </p:nvPr>
        </p:nvSpPr>
        <p:spPr>
          <a:xfrm>
            <a:off x="311700" y="1152475"/>
            <a:ext cx="8520600" cy="34164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9" name="Shape 19"/>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20" name="Shape 20"/>
        <p:cNvGrpSpPr/>
        <p:nvPr/>
      </p:nvGrpSpPr>
      <p:grpSpPr>
        <a:xfrm>
          <a:off x="0" y="0"/>
          <a:ext cx="0" cy="0"/>
          <a:chOff x="0" y="0"/>
          <a:chExt cx="0" cy="0"/>
        </a:xfrm>
      </p:grpSpPr>
      <p:sp>
        <p:nvSpPr>
          <p:cNvPr id="21" name="Shape 21"/>
          <p:cNvSpPr txBox="1"/>
          <p:nvPr>
            <p:ph type="title"/>
          </p:nvPr>
        </p:nvSpPr>
        <p:spPr>
          <a:xfrm>
            <a:off x="311700" y="445025"/>
            <a:ext cx="8520600" cy="572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2" name="Shape 22"/>
          <p:cNvSpPr txBox="1"/>
          <p:nvPr>
            <p:ph idx="1" type="body"/>
          </p:nvPr>
        </p:nvSpPr>
        <p:spPr>
          <a:xfrm>
            <a:off x="311700" y="1152475"/>
            <a:ext cx="3999900" cy="3416400"/>
          </a:xfrm>
          <a:prstGeom prst="rect">
            <a:avLst/>
          </a:prstGeom>
        </p:spPr>
        <p:txBody>
          <a:bodyPr anchorCtr="0" anchor="t" bIns="91425" lIns="91425" rIns="91425" tIns="91425"/>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23" name="Shape 23"/>
          <p:cNvSpPr txBox="1"/>
          <p:nvPr>
            <p:ph idx="2" type="body"/>
          </p:nvPr>
        </p:nvSpPr>
        <p:spPr>
          <a:xfrm>
            <a:off x="4832400" y="1152475"/>
            <a:ext cx="3999900" cy="3416400"/>
          </a:xfrm>
          <a:prstGeom prst="rect">
            <a:avLst/>
          </a:prstGeom>
        </p:spPr>
        <p:txBody>
          <a:bodyPr anchorCtr="0" anchor="t" bIns="91425" lIns="91425" rIns="91425" tIns="91425"/>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24" name="Shape 24"/>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25" name="Shape 25"/>
        <p:cNvGrpSpPr/>
        <p:nvPr/>
      </p:nvGrpSpPr>
      <p:grpSpPr>
        <a:xfrm>
          <a:off x="0" y="0"/>
          <a:ext cx="0" cy="0"/>
          <a:chOff x="0" y="0"/>
          <a:chExt cx="0" cy="0"/>
        </a:xfrm>
      </p:grpSpPr>
      <p:sp>
        <p:nvSpPr>
          <p:cNvPr id="26" name="Shape 26"/>
          <p:cNvSpPr txBox="1"/>
          <p:nvPr>
            <p:ph type="title"/>
          </p:nvPr>
        </p:nvSpPr>
        <p:spPr>
          <a:xfrm>
            <a:off x="311700" y="445025"/>
            <a:ext cx="8520600" cy="572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7" name="Shape 27"/>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One column text">
    <p:spTree>
      <p:nvGrpSpPr>
        <p:cNvPr id="28" name="Shape 28"/>
        <p:cNvGrpSpPr/>
        <p:nvPr/>
      </p:nvGrpSpPr>
      <p:grpSpPr>
        <a:xfrm>
          <a:off x="0" y="0"/>
          <a:ext cx="0" cy="0"/>
          <a:chOff x="0" y="0"/>
          <a:chExt cx="0" cy="0"/>
        </a:xfrm>
      </p:grpSpPr>
      <p:sp>
        <p:nvSpPr>
          <p:cNvPr id="29" name="Shape 29"/>
          <p:cNvSpPr txBox="1"/>
          <p:nvPr>
            <p:ph type="title"/>
          </p:nvPr>
        </p:nvSpPr>
        <p:spPr>
          <a:xfrm>
            <a:off x="311700" y="555600"/>
            <a:ext cx="2808000" cy="755700"/>
          </a:xfrm>
          <a:prstGeom prst="rect">
            <a:avLst/>
          </a:prstGeom>
        </p:spPr>
        <p:txBody>
          <a:bodyPr anchorCtr="0" anchor="b" bIns="91425" lIns="91425" rIns="91425" tIns="91425"/>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p:txBody>
      </p:sp>
      <p:sp>
        <p:nvSpPr>
          <p:cNvPr id="30" name="Shape 30"/>
          <p:cNvSpPr txBox="1"/>
          <p:nvPr>
            <p:ph idx="1" type="body"/>
          </p:nvPr>
        </p:nvSpPr>
        <p:spPr>
          <a:xfrm>
            <a:off x="311700" y="1389600"/>
            <a:ext cx="2808000" cy="3179400"/>
          </a:xfrm>
          <a:prstGeom prst="rect">
            <a:avLst/>
          </a:prstGeom>
        </p:spPr>
        <p:txBody>
          <a:bodyPr anchorCtr="0" anchor="t" bIns="91425" lIns="91425" rIns="91425" tIns="91425"/>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31" name="Shape 31"/>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Main point">
    <p:spTree>
      <p:nvGrpSpPr>
        <p:cNvPr id="32" name="Shape 32"/>
        <p:cNvGrpSpPr/>
        <p:nvPr/>
      </p:nvGrpSpPr>
      <p:grpSpPr>
        <a:xfrm>
          <a:off x="0" y="0"/>
          <a:ext cx="0" cy="0"/>
          <a:chOff x="0" y="0"/>
          <a:chExt cx="0" cy="0"/>
        </a:xfrm>
      </p:grpSpPr>
      <p:sp>
        <p:nvSpPr>
          <p:cNvPr id="33" name="Shape 33"/>
          <p:cNvSpPr txBox="1"/>
          <p:nvPr>
            <p:ph type="title"/>
          </p:nvPr>
        </p:nvSpPr>
        <p:spPr>
          <a:xfrm>
            <a:off x="490250" y="450150"/>
            <a:ext cx="6367800" cy="4090800"/>
          </a:xfrm>
          <a:prstGeom prst="rect">
            <a:avLst/>
          </a:prstGeom>
        </p:spPr>
        <p:txBody>
          <a:bodyPr anchorCtr="0" anchor="ctr" bIns="91425" lIns="91425" rIns="91425" tIns="91425"/>
          <a:lstStyle>
            <a:lvl1pPr lvl="0">
              <a:spcBef>
                <a:spcPts val="0"/>
              </a:spcBef>
              <a:buSzPct val="100000"/>
              <a:defRPr sz="4800"/>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p:txBody>
      </p:sp>
      <p:sp>
        <p:nvSpPr>
          <p:cNvPr id="34" name="Shape 34"/>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Section title and description">
    <p:spTree>
      <p:nvGrpSpPr>
        <p:cNvPr id="35"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anchorCtr="0" anchor="ctr" bIns="91425" lIns="91425" rIns="91425" tIns="91425">
            <a:noAutofit/>
          </a:bodyPr>
          <a:lstStyle/>
          <a:p>
            <a:pPr lvl="0">
              <a:spcBef>
                <a:spcPts val="0"/>
              </a:spcBef>
              <a:buNone/>
            </a:pPr>
            <a:r>
              <a:t/>
            </a:r>
            <a:endParaRPr/>
          </a:p>
        </p:txBody>
      </p:sp>
      <p:sp>
        <p:nvSpPr>
          <p:cNvPr id="37" name="Shape 37"/>
          <p:cNvSpPr txBox="1"/>
          <p:nvPr>
            <p:ph type="title"/>
          </p:nvPr>
        </p:nvSpPr>
        <p:spPr>
          <a:xfrm>
            <a:off x="265500" y="1233175"/>
            <a:ext cx="4045200" cy="1482300"/>
          </a:xfrm>
          <a:prstGeom prst="rect">
            <a:avLst/>
          </a:prstGeom>
        </p:spPr>
        <p:txBody>
          <a:bodyPr anchorCtr="0" anchor="b" bIns="91425" lIns="91425" rIns="91425" tIns="91425"/>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p:txBody>
      </p:sp>
      <p:sp>
        <p:nvSpPr>
          <p:cNvPr id="38" name="Shape 38"/>
          <p:cNvSpPr txBox="1"/>
          <p:nvPr>
            <p:ph idx="1" type="subTitle"/>
          </p:nvPr>
        </p:nvSpPr>
        <p:spPr>
          <a:xfrm>
            <a:off x="265500" y="2803075"/>
            <a:ext cx="4045200" cy="1235100"/>
          </a:xfrm>
          <a:prstGeom prst="rect">
            <a:avLst/>
          </a:prstGeom>
        </p:spPr>
        <p:txBody>
          <a:bodyPr anchorCtr="0" anchor="t" bIns="91425" lIns="91425" rIns="91425" tIns="91425"/>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p:txBody>
      </p:sp>
      <p:sp>
        <p:nvSpPr>
          <p:cNvPr id="39" name="Shape 39"/>
          <p:cNvSpPr txBox="1"/>
          <p:nvPr>
            <p:ph idx="2" type="body"/>
          </p:nvPr>
        </p:nvSpPr>
        <p:spPr>
          <a:xfrm>
            <a:off x="4939500" y="724075"/>
            <a:ext cx="3837000" cy="3695100"/>
          </a:xfrm>
          <a:prstGeom prst="rect">
            <a:avLst/>
          </a:prstGeom>
        </p:spPr>
        <p:txBody>
          <a:bodyPr anchorCtr="0" anchor="ctr"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40" name="Shape 40"/>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41" name="Shape 41"/>
        <p:cNvGrpSpPr/>
        <p:nvPr/>
      </p:nvGrpSpPr>
      <p:grpSpPr>
        <a:xfrm>
          <a:off x="0" y="0"/>
          <a:ext cx="0" cy="0"/>
          <a:chOff x="0" y="0"/>
          <a:chExt cx="0" cy="0"/>
        </a:xfrm>
      </p:grpSpPr>
      <p:sp>
        <p:nvSpPr>
          <p:cNvPr id="42" name="Shape 42"/>
          <p:cNvSpPr txBox="1"/>
          <p:nvPr>
            <p:ph idx="1" type="body"/>
          </p:nvPr>
        </p:nvSpPr>
        <p:spPr>
          <a:xfrm>
            <a:off x="311700" y="4230575"/>
            <a:ext cx="5998800" cy="605100"/>
          </a:xfrm>
          <a:prstGeom prst="rect">
            <a:avLst/>
          </a:prstGeom>
        </p:spPr>
        <p:txBody>
          <a:bodyPr anchorCtr="0" anchor="ctr" bIns="91425" lIns="91425" rIns="91425" tIns="91425"/>
          <a:lstStyle>
            <a:lvl1pPr lvl="0">
              <a:lnSpc>
                <a:spcPct val="100000"/>
              </a:lnSpc>
              <a:spcBef>
                <a:spcPts val="0"/>
              </a:spcBef>
              <a:spcAft>
                <a:spcPts val="0"/>
              </a:spcAft>
              <a:buNone/>
              <a:defRPr/>
            </a:lvl1pPr>
          </a:lstStyle>
          <a:p/>
        </p:txBody>
      </p:sp>
      <p:sp>
        <p:nvSpPr>
          <p:cNvPr id="43" name="Shape 43"/>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Big number">
    <p:spTree>
      <p:nvGrpSpPr>
        <p:cNvPr id="44" name="Shape 44"/>
        <p:cNvGrpSpPr/>
        <p:nvPr/>
      </p:nvGrpSpPr>
      <p:grpSpPr>
        <a:xfrm>
          <a:off x="0" y="0"/>
          <a:ext cx="0" cy="0"/>
          <a:chOff x="0" y="0"/>
          <a:chExt cx="0" cy="0"/>
        </a:xfrm>
      </p:grpSpPr>
      <p:sp>
        <p:nvSpPr>
          <p:cNvPr id="45" name="Shape 45"/>
          <p:cNvSpPr txBox="1"/>
          <p:nvPr>
            <p:ph type="title"/>
          </p:nvPr>
        </p:nvSpPr>
        <p:spPr>
          <a:xfrm>
            <a:off x="311700" y="1106125"/>
            <a:ext cx="8520600" cy="1963500"/>
          </a:xfrm>
          <a:prstGeom prst="rect">
            <a:avLst/>
          </a:prstGeom>
        </p:spPr>
        <p:txBody>
          <a:bodyPr anchorCtr="0" anchor="b" bIns="91425" lIns="91425" rIns="91425" tIns="91425"/>
          <a:lstStyle>
            <a:lvl1pPr lvl="0" algn="ctr">
              <a:spcBef>
                <a:spcPts val="0"/>
              </a:spcBef>
              <a:buSzPct val="100000"/>
              <a:defRPr sz="12000"/>
            </a:lvl1pPr>
            <a:lvl2pPr lvl="1" algn="ctr">
              <a:spcBef>
                <a:spcPts val="0"/>
              </a:spcBef>
              <a:buSzPct val="100000"/>
              <a:defRPr sz="12000"/>
            </a:lvl2pPr>
            <a:lvl3pPr lvl="2" algn="ctr">
              <a:spcBef>
                <a:spcPts val="0"/>
              </a:spcBef>
              <a:buSzPct val="100000"/>
              <a:defRPr sz="12000"/>
            </a:lvl3pPr>
            <a:lvl4pPr lvl="3" algn="ctr">
              <a:spcBef>
                <a:spcPts val="0"/>
              </a:spcBef>
              <a:buSzPct val="100000"/>
              <a:defRPr sz="12000"/>
            </a:lvl4pPr>
            <a:lvl5pPr lvl="4" algn="ctr">
              <a:spcBef>
                <a:spcPts val="0"/>
              </a:spcBef>
              <a:buSzPct val="100000"/>
              <a:defRPr sz="12000"/>
            </a:lvl5pPr>
            <a:lvl6pPr lvl="5" algn="ctr">
              <a:spcBef>
                <a:spcPts val="0"/>
              </a:spcBef>
              <a:buSzPct val="100000"/>
              <a:defRPr sz="12000"/>
            </a:lvl6pPr>
            <a:lvl7pPr lvl="6" algn="ctr">
              <a:spcBef>
                <a:spcPts val="0"/>
              </a:spcBef>
              <a:buSzPct val="100000"/>
              <a:defRPr sz="12000"/>
            </a:lvl7pPr>
            <a:lvl8pPr lvl="7" algn="ctr">
              <a:spcBef>
                <a:spcPts val="0"/>
              </a:spcBef>
              <a:buSzPct val="100000"/>
              <a:defRPr sz="12000"/>
            </a:lvl8pPr>
            <a:lvl9pPr lvl="8" algn="ctr">
              <a:spcBef>
                <a:spcPts val="0"/>
              </a:spcBef>
              <a:buSzPct val="100000"/>
              <a:defRPr sz="12000"/>
            </a:lvl9pPr>
          </a:lstStyle>
          <a:p/>
        </p:txBody>
      </p:sp>
      <p:sp>
        <p:nvSpPr>
          <p:cNvPr id="46" name="Shape 46"/>
          <p:cNvSpPr txBox="1"/>
          <p:nvPr>
            <p:ph idx="1" type="body"/>
          </p:nvPr>
        </p:nvSpPr>
        <p:spPr>
          <a:xfrm>
            <a:off x="311700" y="3152225"/>
            <a:ext cx="8520600" cy="1300800"/>
          </a:xfrm>
          <a:prstGeom prst="rect">
            <a:avLst/>
          </a:prstGeom>
        </p:spPr>
        <p:txBody>
          <a:bodyPr anchorCtr="0" anchor="t" bIns="91425" lIns="91425" rIns="91425" tIns="91425"/>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p:txBody>
      </p:sp>
      <p:sp>
        <p:nvSpPr>
          <p:cNvPr id="47" name="Shape 47"/>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48" name="Shape 48"/>
        <p:cNvGrpSpPr/>
        <p:nvPr/>
      </p:nvGrpSpPr>
      <p:grpSpPr>
        <a:xfrm>
          <a:off x="0" y="0"/>
          <a:ext cx="0" cy="0"/>
          <a:chOff x="0" y="0"/>
          <a:chExt cx="0" cy="0"/>
        </a:xfrm>
      </p:grpSpPr>
      <p:sp>
        <p:nvSpPr>
          <p:cNvPr id="49" name="Shape 49"/>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311700" y="445025"/>
            <a:ext cx="8520600" cy="572700"/>
          </a:xfrm>
          <a:prstGeom prst="rect">
            <a:avLst/>
          </a:prstGeom>
          <a:noFill/>
          <a:ln>
            <a:noFill/>
          </a:ln>
        </p:spPr>
        <p:txBody>
          <a:bodyPr anchorCtr="0" anchor="t" bIns="91425" lIns="91425" rIns="91425" tIns="91425"/>
          <a:lstStyle>
            <a:lvl1pPr lvl="0">
              <a:spcBef>
                <a:spcPts val="0"/>
              </a:spcBef>
              <a:buClr>
                <a:schemeClr val="dk1"/>
              </a:buClr>
              <a:buSzPct val="100000"/>
              <a:buNone/>
              <a:defRPr sz="2800">
                <a:solidFill>
                  <a:schemeClr val="dk1"/>
                </a:solidFill>
              </a:defRPr>
            </a:lvl1pPr>
            <a:lvl2pPr lvl="1">
              <a:spcBef>
                <a:spcPts val="0"/>
              </a:spcBef>
              <a:buClr>
                <a:schemeClr val="dk1"/>
              </a:buClr>
              <a:buSzPct val="100000"/>
              <a:buNone/>
              <a:defRPr sz="2800">
                <a:solidFill>
                  <a:schemeClr val="dk1"/>
                </a:solidFill>
              </a:defRPr>
            </a:lvl2pPr>
            <a:lvl3pPr lvl="2">
              <a:spcBef>
                <a:spcPts val="0"/>
              </a:spcBef>
              <a:buClr>
                <a:schemeClr val="dk1"/>
              </a:buClr>
              <a:buSzPct val="100000"/>
              <a:buNone/>
              <a:defRPr sz="2800">
                <a:solidFill>
                  <a:schemeClr val="dk1"/>
                </a:solidFill>
              </a:defRPr>
            </a:lvl3pPr>
            <a:lvl4pPr lvl="3">
              <a:spcBef>
                <a:spcPts val="0"/>
              </a:spcBef>
              <a:buClr>
                <a:schemeClr val="dk1"/>
              </a:buClr>
              <a:buSzPct val="100000"/>
              <a:buNone/>
              <a:defRPr sz="2800">
                <a:solidFill>
                  <a:schemeClr val="dk1"/>
                </a:solidFill>
              </a:defRPr>
            </a:lvl4pPr>
            <a:lvl5pPr lvl="4">
              <a:spcBef>
                <a:spcPts val="0"/>
              </a:spcBef>
              <a:buClr>
                <a:schemeClr val="dk1"/>
              </a:buClr>
              <a:buSzPct val="100000"/>
              <a:buNone/>
              <a:defRPr sz="2800">
                <a:solidFill>
                  <a:schemeClr val="dk1"/>
                </a:solidFill>
              </a:defRPr>
            </a:lvl5pPr>
            <a:lvl6pPr lvl="5">
              <a:spcBef>
                <a:spcPts val="0"/>
              </a:spcBef>
              <a:buClr>
                <a:schemeClr val="dk1"/>
              </a:buClr>
              <a:buSzPct val="100000"/>
              <a:buNone/>
              <a:defRPr sz="2800">
                <a:solidFill>
                  <a:schemeClr val="dk1"/>
                </a:solidFill>
              </a:defRPr>
            </a:lvl6pPr>
            <a:lvl7pPr lvl="6">
              <a:spcBef>
                <a:spcPts val="0"/>
              </a:spcBef>
              <a:buClr>
                <a:schemeClr val="dk1"/>
              </a:buClr>
              <a:buSzPct val="100000"/>
              <a:buNone/>
              <a:defRPr sz="2800">
                <a:solidFill>
                  <a:schemeClr val="dk1"/>
                </a:solidFill>
              </a:defRPr>
            </a:lvl7pPr>
            <a:lvl8pPr lvl="7">
              <a:spcBef>
                <a:spcPts val="0"/>
              </a:spcBef>
              <a:buClr>
                <a:schemeClr val="dk1"/>
              </a:buClr>
              <a:buSzPct val="100000"/>
              <a:buNone/>
              <a:defRPr sz="2800">
                <a:solidFill>
                  <a:schemeClr val="dk1"/>
                </a:solidFill>
              </a:defRPr>
            </a:lvl8pPr>
            <a:lvl9pPr lvl="8">
              <a:spcBef>
                <a:spcPts val="0"/>
              </a:spcBef>
              <a:buClr>
                <a:schemeClr val="dk1"/>
              </a:buClr>
              <a:buSzPct val="100000"/>
              <a:buNone/>
              <a:defRPr sz="2800">
                <a:solidFill>
                  <a:schemeClr val="dk1"/>
                </a:solidFill>
              </a:defRPr>
            </a:lvl9pPr>
          </a:lstStyle>
          <a:p/>
        </p:txBody>
      </p:sp>
      <p:sp>
        <p:nvSpPr>
          <p:cNvPr id="7" name="Shape 7"/>
          <p:cNvSpPr txBox="1"/>
          <p:nvPr>
            <p:ph idx="1" type="body"/>
          </p:nvPr>
        </p:nvSpPr>
        <p:spPr>
          <a:xfrm>
            <a:off x="311700" y="1152475"/>
            <a:ext cx="8520600" cy="3416400"/>
          </a:xfrm>
          <a:prstGeom prst="rect">
            <a:avLst/>
          </a:prstGeom>
          <a:noFill/>
          <a:ln>
            <a:noFill/>
          </a:ln>
        </p:spPr>
        <p:txBody>
          <a:bodyPr anchorCtr="0" anchor="t" bIns="91425" lIns="91425" rIns="91425" tIns="91425"/>
          <a:lstStyle>
            <a:lvl1pPr lvl="0">
              <a:lnSpc>
                <a:spcPct val="115000"/>
              </a:lnSpc>
              <a:spcBef>
                <a:spcPts val="0"/>
              </a:spcBef>
              <a:spcAft>
                <a:spcPts val="1600"/>
              </a:spcAft>
              <a:buClr>
                <a:schemeClr val="dk2"/>
              </a:buClr>
              <a:buSzPct val="100000"/>
              <a:defRPr sz="1800">
                <a:solidFill>
                  <a:schemeClr val="dk2"/>
                </a:solidFill>
              </a:defRPr>
            </a:lvl1pPr>
            <a:lvl2pPr lvl="1">
              <a:lnSpc>
                <a:spcPct val="115000"/>
              </a:lnSpc>
              <a:spcBef>
                <a:spcPts val="0"/>
              </a:spcBef>
              <a:spcAft>
                <a:spcPts val="1600"/>
              </a:spcAft>
              <a:buClr>
                <a:schemeClr val="dk2"/>
              </a:buClr>
              <a:defRPr>
                <a:solidFill>
                  <a:schemeClr val="dk2"/>
                </a:solidFill>
              </a:defRPr>
            </a:lvl2pPr>
            <a:lvl3pPr lvl="2">
              <a:lnSpc>
                <a:spcPct val="115000"/>
              </a:lnSpc>
              <a:spcBef>
                <a:spcPts val="0"/>
              </a:spcBef>
              <a:spcAft>
                <a:spcPts val="1600"/>
              </a:spcAft>
              <a:buClr>
                <a:schemeClr val="dk2"/>
              </a:buClr>
              <a:defRPr>
                <a:solidFill>
                  <a:schemeClr val="dk2"/>
                </a:solidFill>
              </a:defRPr>
            </a:lvl3pPr>
            <a:lvl4pPr lvl="3">
              <a:lnSpc>
                <a:spcPct val="115000"/>
              </a:lnSpc>
              <a:spcBef>
                <a:spcPts val="0"/>
              </a:spcBef>
              <a:spcAft>
                <a:spcPts val="1600"/>
              </a:spcAft>
              <a:buClr>
                <a:schemeClr val="dk2"/>
              </a:buClr>
              <a:defRPr>
                <a:solidFill>
                  <a:schemeClr val="dk2"/>
                </a:solidFill>
              </a:defRPr>
            </a:lvl4pPr>
            <a:lvl5pPr lvl="4">
              <a:lnSpc>
                <a:spcPct val="115000"/>
              </a:lnSpc>
              <a:spcBef>
                <a:spcPts val="0"/>
              </a:spcBef>
              <a:spcAft>
                <a:spcPts val="1600"/>
              </a:spcAft>
              <a:buClr>
                <a:schemeClr val="dk2"/>
              </a:buClr>
              <a:defRPr>
                <a:solidFill>
                  <a:schemeClr val="dk2"/>
                </a:solidFill>
              </a:defRPr>
            </a:lvl5pPr>
            <a:lvl6pPr lvl="5">
              <a:lnSpc>
                <a:spcPct val="115000"/>
              </a:lnSpc>
              <a:spcBef>
                <a:spcPts val="0"/>
              </a:spcBef>
              <a:spcAft>
                <a:spcPts val="1600"/>
              </a:spcAft>
              <a:buClr>
                <a:schemeClr val="dk2"/>
              </a:buClr>
              <a:defRPr>
                <a:solidFill>
                  <a:schemeClr val="dk2"/>
                </a:solidFill>
              </a:defRPr>
            </a:lvl6pPr>
            <a:lvl7pPr lvl="6">
              <a:lnSpc>
                <a:spcPct val="115000"/>
              </a:lnSpc>
              <a:spcBef>
                <a:spcPts val="0"/>
              </a:spcBef>
              <a:spcAft>
                <a:spcPts val="1600"/>
              </a:spcAft>
              <a:buClr>
                <a:schemeClr val="dk2"/>
              </a:buClr>
              <a:defRPr>
                <a:solidFill>
                  <a:schemeClr val="dk2"/>
                </a:solidFill>
              </a:defRPr>
            </a:lvl7pPr>
            <a:lvl8pPr lvl="7">
              <a:lnSpc>
                <a:spcPct val="115000"/>
              </a:lnSpc>
              <a:spcBef>
                <a:spcPts val="0"/>
              </a:spcBef>
              <a:spcAft>
                <a:spcPts val="1600"/>
              </a:spcAft>
              <a:buClr>
                <a:schemeClr val="dk2"/>
              </a:buClr>
              <a:defRPr>
                <a:solidFill>
                  <a:schemeClr val="dk2"/>
                </a:solidFill>
              </a:defRPr>
            </a:lvl8pPr>
            <a:lvl9pPr lvl="8">
              <a:lnSpc>
                <a:spcPct val="115000"/>
              </a:lnSpc>
              <a:spcBef>
                <a:spcPts val="0"/>
              </a:spcBef>
              <a:spcAft>
                <a:spcPts val="1600"/>
              </a:spcAft>
              <a:buClr>
                <a:schemeClr val="dk2"/>
              </a:buClr>
              <a:defRPr>
                <a:solidFill>
                  <a:schemeClr val="dk2"/>
                </a:solidFill>
              </a:defRPr>
            </a:lvl9pPr>
          </a:lstStyle>
          <a:p/>
        </p:txBody>
      </p:sp>
      <p:sp>
        <p:nvSpPr>
          <p:cNvPr id="8" name="Shape 8"/>
          <p:cNvSpPr txBox="1"/>
          <p:nvPr>
            <p:ph idx="12" type="sldNum"/>
          </p:nvPr>
        </p:nvSpPr>
        <p:spPr>
          <a:xfrm>
            <a:off x="8472457" y="4663216"/>
            <a:ext cx="548700" cy="393600"/>
          </a:xfrm>
          <a:prstGeom prst="rect">
            <a:avLst/>
          </a:prstGeom>
          <a:noFill/>
          <a:ln>
            <a:noFill/>
          </a:ln>
        </p:spPr>
        <p:txBody>
          <a:bodyPr anchorCtr="0" anchor="ctr" bIns="91425" lIns="91425" rIns="91425" tIns="91425">
            <a:noAutofit/>
          </a:bodyPr>
          <a:lstStyle/>
          <a:p>
            <a:pPr lvl="0" algn="r">
              <a:spcBef>
                <a:spcPts val="0"/>
              </a:spcBef>
              <a:buNone/>
            </a:pPr>
            <a:fld id="{00000000-1234-1234-1234-123412341234}" type="slidenum">
              <a:rPr lang="en" sz="1000">
                <a:solidFill>
                  <a:schemeClr val="dk2"/>
                </a:solidFill>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0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0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00.png"/><Relationship Id="rId4" Type="http://schemas.openxmlformats.org/officeDocument/2006/relationships/image" Target="../media/image0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0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03.png"/><Relationship Id="rId4" Type="http://schemas.openxmlformats.org/officeDocument/2006/relationships/image" Target="../media/image0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0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3" name="Shape 53"/>
        <p:cNvGrpSpPr/>
        <p:nvPr/>
      </p:nvGrpSpPr>
      <p:grpSpPr>
        <a:xfrm>
          <a:off x="0" y="0"/>
          <a:ext cx="0" cy="0"/>
          <a:chOff x="0" y="0"/>
          <a:chExt cx="0" cy="0"/>
        </a:xfrm>
      </p:grpSpPr>
      <p:pic>
        <p:nvPicPr>
          <p:cNvPr id="54" name="Shape 54"/>
          <p:cNvPicPr preferRelativeResize="0"/>
          <p:nvPr/>
        </p:nvPicPr>
        <p:blipFill>
          <a:blip r:embed="rId3">
            <a:alphaModFix/>
          </a:blip>
          <a:stretch>
            <a:fillRect/>
          </a:stretch>
        </p:blipFill>
        <p:spPr>
          <a:xfrm>
            <a:off x="1165" y="0"/>
            <a:ext cx="9141667" cy="5143499"/>
          </a:xfrm>
          <a:prstGeom prst="rect">
            <a:avLst/>
          </a:prstGeom>
          <a:noFill/>
          <a:ln>
            <a:noFill/>
          </a:ln>
        </p:spPr>
      </p:pic>
      <p:sp>
        <p:nvSpPr>
          <p:cNvPr id="55" name="Shape 55"/>
          <p:cNvSpPr txBox="1"/>
          <p:nvPr>
            <p:ph type="ctrTitle"/>
          </p:nvPr>
        </p:nvSpPr>
        <p:spPr>
          <a:xfrm>
            <a:off x="311708" y="744575"/>
            <a:ext cx="8520600" cy="2052600"/>
          </a:xfrm>
          <a:prstGeom prst="rect">
            <a:avLst/>
          </a:prstGeom>
        </p:spPr>
        <p:txBody>
          <a:bodyPr anchorCtr="0" anchor="b" bIns="91425" lIns="91425" rIns="91425" tIns="91425">
            <a:noAutofit/>
          </a:bodyPr>
          <a:lstStyle/>
          <a:p>
            <a:pPr lvl="0">
              <a:spcBef>
                <a:spcPts val="0"/>
              </a:spcBef>
              <a:buNone/>
            </a:pPr>
            <a:r>
              <a:rPr lang="en">
                <a:solidFill>
                  <a:srgbClr val="FFFFFF"/>
                </a:solidFill>
              </a:rPr>
              <a:t>Alternatives to Academia</a:t>
            </a:r>
          </a:p>
        </p:txBody>
      </p:sp>
      <p:sp>
        <p:nvSpPr>
          <p:cNvPr id="56" name="Shape 56"/>
          <p:cNvSpPr txBox="1"/>
          <p:nvPr>
            <p:ph idx="1" type="subTitle"/>
          </p:nvPr>
        </p:nvSpPr>
        <p:spPr>
          <a:xfrm>
            <a:off x="311700" y="3215125"/>
            <a:ext cx="8520600" cy="792600"/>
          </a:xfrm>
          <a:prstGeom prst="rect">
            <a:avLst/>
          </a:prstGeom>
        </p:spPr>
        <p:txBody>
          <a:bodyPr anchorCtr="0" anchor="t" bIns="91425" lIns="91425" rIns="91425" tIns="91425">
            <a:noAutofit/>
          </a:bodyPr>
          <a:lstStyle/>
          <a:p>
            <a:pPr lvl="0">
              <a:spcBef>
                <a:spcPts val="0"/>
              </a:spcBef>
              <a:buNone/>
            </a:pPr>
            <a:r>
              <a:rPr lang="en">
                <a:solidFill>
                  <a:srgbClr val="FFFFFF"/>
                </a:solidFill>
              </a:rPr>
              <a:t>Dave Bacon</a:t>
            </a:r>
          </a:p>
          <a:p>
            <a:pPr lvl="0" algn="l">
              <a:spcBef>
                <a:spcPts val="0"/>
              </a:spcBef>
              <a:buNone/>
            </a:pPr>
            <a:r>
              <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0" name="Shape 60"/>
        <p:cNvGrpSpPr/>
        <p:nvPr/>
      </p:nvGrpSpPr>
      <p:grpSpPr>
        <a:xfrm>
          <a:off x="0" y="0"/>
          <a:ext cx="0" cy="0"/>
          <a:chOff x="0" y="0"/>
          <a:chExt cx="0" cy="0"/>
        </a:xfrm>
      </p:grpSpPr>
      <p:pic>
        <p:nvPicPr>
          <p:cNvPr id="61" name="Shape 61"/>
          <p:cNvPicPr preferRelativeResize="0"/>
          <p:nvPr/>
        </p:nvPicPr>
        <p:blipFill rotWithShape="1">
          <a:blip r:embed="rId3">
            <a:alphaModFix/>
          </a:blip>
          <a:srcRect b="0" l="0" r="20873" t="0"/>
          <a:stretch/>
        </p:blipFill>
        <p:spPr>
          <a:xfrm>
            <a:off x="76200" y="152400"/>
            <a:ext cx="9474046" cy="5143498"/>
          </a:xfrm>
          <a:prstGeom prst="rect">
            <a:avLst/>
          </a:prstGeom>
          <a:noFill/>
          <a:ln>
            <a:noFill/>
          </a:ln>
        </p:spPr>
      </p:pic>
      <p:sp>
        <p:nvSpPr>
          <p:cNvPr id="62" name="Shape 62"/>
          <p:cNvSpPr txBox="1"/>
          <p:nvPr>
            <p:ph type="ctrTitle"/>
          </p:nvPr>
        </p:nvSpPr>
        <p:spPr>
          <a:xfrm>
            <a:off x="311708" y="-93625"/>
            <a:ext cx="8520600" cy="2052600"/>
          </a:xfrm>
          <a:prstGeom prst="rect">
            <a:avLst/>
          </a:prstGeom>
        </p:spPr>
        <p:txBody>
          <a:bodyPr anchorCtr="0" anchor="b" bIns="91425" lIns="91425" rIns="91425" tIns="91425">
            <a:noAutofit/>
          </a:bodyPr>
          <a:lstStyle/>
          <a:p>
            <a:pPr lvl="0" rtl="0">
              <a:spcBef>
                <a:spcPts val="0"/>
              </a:spcBef>
              <a:buNone/>
            </a:pPr>
            <a:r>
              <a:rPr lang="en" sz="4400">
                <a:solidFill>
                  <a:srgbClr val="FFFFFF"/>
                </a:solidFill>
              </a:rPr>
              <a:t>Alternatives to Academia</a:t>
            </a:r>
          </a:p>
        </p:txBody>
      </p:sp>
      <p:sp>
        <p:nvSpPr>
          <p:cNvPr id="63" name="Shape 63"/>
          <p:cNvSpPr txBox="1"/>
          <p:nvPr>
            <p:ph idx="1" type="subTitle"/>
          </p:nvPr>
        </p:nvSpPr>
        <p:spPr>
          <a:xfrm>
            <a:off x="392550" y="3937800"/>
            <a:ext cx="8520600" cy="792600"/>
          </a:xfrm>
          <a:prstGeom prst="rect">
            <a:avLst/>
          </a:prstGeom>
        </p:spPr>
        <p:txBody>
          <a:bodyPr anchorCtr="0" anchor="t" bIns="91425" lIns="91425" rIns="91425" tIns="91425">
            <a:noAutofit/>
          </a:bodyPr>
          <a:lstStyle/>
          <a:p>
            <a:pPr lvl="0" rtl="0">
              <a:spcBef>
                <a:spcPts val="0"/>
              </a:spcBef>
              <a:buNone/>
            </a:pPr>
            <a:r>
              <a:rPr lang="en">
                <a:solidFill>
                  <a:srgbClr val="FFFFFF"/>
                </a:solidFill>
              </a:rPr>
              <a:t>Dave Bacon</a:t>
            </a:r>
          </a:p>
          <a:p>
            <a:pPr lvl="0" rtl="0" algn="l">
              <a:spcBef>
                <a:spcPts val="0"/>
              </a:spcBef>
              <a:buNone/>
            </a:pPr>
            <a:r>
              <a:t/>
            </a:r>
            <a:endParaRPr>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7" name="Shape 67"/>
        <p:cNvGrpSpPr/>
        <p:nvPr/>
      </p:nvGrpSpPr>
      <p:grpSpPr>
        <a:xfrm>
          <a:off x="0" y="0"/>
          <a:ext cx="0" cy="0"/>
          <a:chOff x="0" y="0"/>
          <a:chExt cx="0" cy="0"/>
        </a:xfrm>
      </p:grpSpPr>
      <p:sp>
        <p:nvSpPr>
          <p:cNvPr id="68" name="Shape 68"/>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t>Repeat After Me</a:t>
            </a:r>
          </a:p>
        </p:txBody>
      </p:sp>
      <p:sp>
        <p:nvSpPr>
          <p:cNvPr id="69" name="Shape 69"/>
          <p:cNvSpPr txBox="1"/>
          <p:nvPr/>
        </p:nvSpPr>
        <p:spPr>
          <a:xfrm>
            <a:off x="1079075" y="2416775"/>
            <a:ext cx="7426500" cy="1333800"/>
          </a:xfrm>
          <a:prstGeom prst="rect">
            <a:avLst/>
          </a:prstGeom>
          <a:noFill/>
          <a:ln>
            <a:noFill/>
          </a:ln>
        </p:spPr>
        <p:txBody>
          <a:bodyPr anchorCtr="0" anchor="t" bIns="91425" lIns="91425" rIns="91425" tIns="91425">
            <a:noAutofit/>
          </a:bodyPr>
          <a:lstStyle/>
          <a:p>
            <a:pPr lvl="0">
              <a:spcBef>
                <a:spcPts val="0"/>
              </a:spcBef>
              <a:buNone/>
            </a:pPr>
            <a:r>
              <a:rPr lang="en" sz="2200"/>
              <a:t>You are not a failure if you decide to leave academia.</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3" name="Shape 73"/>
        <p:cNvGrpSpPr/>
        <p:nvPr/>
      </p:nvGrpSpPr>
      <p:grpSpPr>
        <a:xfrm>
          <a:off x="0" y="0"/>
          <a:ext cx="0" cy="0"/>
          <a:chOff x="0" y="0"/>
          <a:chExt cx="0" cy="0"/>
        </a:xfrm>
      </p:grpSpPr>
      <p:sp>
        <p:nvSpPr>
          <p:cNvPr id="74" name="Shape 74"/>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t>My Story</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8" name="Shape 78"/>
        <p:cNvGrpSpPr/>
        <p:nvPr/>
      </p:nvGrpSpPr>
      <p:grpSpPr>
        <a:xfrm>
          <a:off x="0" y="0"/>
          <a:ext cx="0" cy="0"/>
          <a:chOff x="0" y="0"/>
          <a:chExt cx="0" cy="0"/>
        </a:xfrm>
      </p:grpSpPr>
      <p:sp>
        <p:nvSpPr>
          <p:cNvPr id="79" name="Shape 79"/>
          <p:cNvSpPr/>
          <p:nvPr/>
        </p:nvSpPr>
        <p:spPr>
          <a:xfrm>
            <a:off x="592375" y="1121675"/>
            <a:ext cx="7861800" cy="2809200"/>
          </a:xfrm>
          <a:prstGeom prst="trapezoid">
            <a:avLst>
              <a:gd fmla="val 7989" name="adj"/>
            </a:avLst>
          </a:prstGeom>
          <a:solidFill>
            <a:schemeClr val="lt2"/>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80" name="Shape 80"/>
          <p:cNvSpPr/>
          <p:nvPr/>
        </p:nvSpPr>
        <p:spPr>
          <a:xfrm>
            <a:off x="1076600" y="1200524"/>
            <a:ext cx="6761100" cy="2327100"/>
          </a:xfrm>
          <a:prstGeom prst="roundRect">
            <a:avLst>
              <a:gd fmla="val 16667" name="adj"/>
            </a:avLst>
          </a:prstGeom>
          <a:solidFill>
            <a:schemeClr val="lt2"/>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81" name="Shape 81"/>
          <p:cNvSpPr/>
          <p:nvPr/>
        </p:nvSpPr>
        <p:spPr>
          <a:xfrm>
            <a:off x="1632375" y="1295625"/>
            <a:ext cx="5466900" cy="1858200"/>
          </a:xfrm>
          <a:prstGeom prst="snip2DiagRect">
            <a:avLst>
              <a:gd fmla="val 0" name="adj1"/>
              <a:gd fmla="val 16667" name="adj2"/>
            </a:avLst>
          </a:prstGeom>
          <a:solidFill>
            <a:schemeClr val="lt2"/>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82" name="Shape 82"/>
          <p:cNvSpPr txBox="1"/>
          <p:nvPr>
            <p:ph type="title"/>
          </p:nvPr>
        </p:nvSpPr>
        <p:spPr>
          <a:xfrm>
            <a:off x="311700" y="445025"/>
            <a:ext cx="8520600" cy="572700"/>
          </a:xfrm>
          <a:prstGeom prst="rect">
            <a:avLst/>
          </a:prstGeom>
        </p:spPr>
        <p:txBody>
          <a:bodyPr anchorCtr="0" anchor="t" bIns="91425" lIns="91425" rIns="91425" tIns="91425">
            <a:noAutofit/>
          </a:bodyPr>
          <a:lstStyle/>
          <a:p>
            <a:pPr lvl="0" rtl="0">
              <a:spcBef>
                <a:spcPts val="0"/>
              </a:spcBef>
              <a:buNone/>
            </a:pPr>
            <a:r>
              <a:rPr lang="en"/>
              <a:t>Investigations*</a:t>
            </a:r>
          </a:p>
        </p:txBody>
      </p:sp>
      <p:sp>
        <p:nvSpPr>
          <p:cNvPr id="83" name="Shape 83"/>
          <p:cNvSpPr/>
          <p:nvPr/>
        </p:nvSpPr>
        <p:spPr>
          <a:xfrm>
            <a:off x="2748075" y="1357075"/>
            <a:ext cx="3294300" cy="1364100"/>
          </a:xfrm>
          <a:prstGeom prst="rect">
            <a:avLst/>
          </a:prstGeom>
          <a:solidFill>
            <a:schemeClr val="lt2"/>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84" name="Shape 84"/>
          <p:cNvSpPr/>
          <p:nvPr/>
        </p:nvSpPr>
        <p:spPr>
          <a:xfrm>
            <a:off x="3383875" y="1867800"/>
            <a:ext cx="1381800" cy="484800"/>
          </a:xfrm>
          <a:prstGeom prst="roundRect">
            <a:avLst>
              <a:gd fmla="val 16667" name="adj"/>
            </a:avLst>
          </a:prstGeom>
          <a:solidFill>
            <a:schemeClr val="lt2"/>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a:spcBef>
                <a:spcPts val="0"/>
              </a:spcBef>
              <a:buNone/>
            </a:pPr>
            <a:r>
              <a:rPr b="1" lang="en"/>
              <a:t>professorate</a:t>
            </a:r>
          </a:p>
        </p:txBody>
      </p:sp>
      <p:sp>
        <p:nvSpPr>
          <p:cNvPr id="85" name="Shape 85"/>
          <p:cNvSpPr txBox="1"/>
          <p:nvPr/>
        </p:nvSpPr>
        <p:spPr>
          <a:xfrm>
            <a:off x="4295800" y="1431625"/>
            <a:ext cx="1182300" cy="121200"/>
          </a:xfrm>
          <a:prstGeom prst="rect">
            <a:avLst/>
          </a:prstGeom>
          <a:noFill/>
          <a:ln>
            <a:noFill/>
          </a:ln>
        </p:spPr>
        <p:txBody>
          <a:bodyPr anchorCtr="0" anchor="t" bIns="91425" lIns="91425" rIns="91425" tIns="91425">
            <a:noAutofit/>
          </a:bodyPr>
          <a:lstStyle/>
          <a:p>
            <a:pPr lvl="0">
              <a:spcBef>
                <a:spcPts val="0"/>
              </a:spcBef>
              <a:buNone/>
            </a:pPr>
            <a:r>
              <a:rPr lang="en"/>
              <a:t>national labs</a:t>
            </a:r>
          </a:p>
        </p:txBody>
      </p:sp>
      <p:sp>
        <p:nvSpPr>
          <p:cNvPr id="86" name="Shape 86"/>
          <p:cNvSpPr txBox="1"/>
          <p:nvPr/>
        </p:nvSpPr>
        <p:spPr>
          <a:xfrm>
            <a:off x="2901300" y="1431325"/>
            <a:ext cx="1339200" cy="121200"/>
          </a:xfrm>
          <a:prstGeom prst="rect">
            <a:avLst/>
          </a:prstGeom>
          <a:noFill/>
          <a:ln>
            <a:noFill/>
          </a:ln>
        </p:spPr>
        <p:txBody>
          <a:bodyPr anchorCtr="0" anchor="t" bIns="91425" lIns="91425" rIns="91425" tIns="91425">
            <a:noAutofit/>
          </a:bodyPr>
          <a:lstStyle/>
          <a:p>
            <a:pPr lvl="0" rtl="0">
              <a:spcBef>
                <a:spcPts val="0"/>
              </a:spcBef>
              <a:buNone/>
            </a:pPr>
            <a:r>
              <a:rPr lang="en"/>
              <a:t>industry labs</a:t>
            </a:r>
          </a:p>
        </p:txBody>
      </p:sp>
      <p:sp>
        <p:nvSpPr>
          <p:cNvPr id="87" name="Shape 87"/>
          <p:cNvSpPr txBox="1"/>
          <p:nvPr/>
        </p:nvSpPr>
        <p:spPr>
          <a:xfrm>
            <a:off x="4871575" y="1736125"/>
            <a:ext cx="1182300" cy="121200"/>
          </a:xfrm>
          <a:prstGeom prst="rect">
            <a:avLst/>
          </a:prstGeom>
          <a:noFill/>
          <a:ln>
            <a:noFill/>
          </a:ln>
        </p:spPr>
        <p:txBody>
          <a:bodyPr anchorCtr="0" anchor="t" bIns="91425" lIns="91425" rIns="91425" tIns="91425">
            <a:noAutofit/>
          </a:bodyPr>
          <a:lstStyle/>
          <a:p>
            <a:pPr lvl="0" rtl="0">
              <a:spcBef>
                <a:spcPts val="0"/>
              </a:spcBef>
              <a:buNone/>
            </a:pPr>
            <a:r>
              <a:rPr lang="en"/>
              <a:t>alternative research inst</a:t>
            </a:r>
            <a:r>
              <a:rPr lang="en">
                <a:solidFill>
                  <a:schemeClr val="dk1"/>
                </a:solidFill>
              </a:rPr>
              <a:t>i</a:t>
            </a:r>
            <a:r>
              <a:rPr lang="en"/>
              <a:t>tutes</a:t>
            </a:r>
          </a:p>
        </p:txBody>
      </p:sp>
      <p:sp>
        <p:nvSpPr>
          <p:cNvPr id="88" name="Shape 88"/>
          <p:cNvSpPr txBox="1"/>
          <p:nvPr/>
        </p:nvSpPr>
        <p:spPr>
          <a:xfrm>
            <a:off x="2229400" y="2804325"/>
            <a:ext cx="4071600" cy="349500"/>
          </a:xfrm>
          <a:prstGeom prst="rect">
            <a:avLst/>
          </a:prstGeom>
          <a:noFill/>
          <a:ln>
            <a:noFill/>
          </a:ln>
        </p:spPr>
        <p:txBody>
          <a:bodyPr anchorCtr="0" anchor="ctr" bIns="91425" lIns="91425" rIns="91425" tIns="91425">
            <a:noAutofit/>
          </a:bodyPr>
          <a:lstStyle/>
          <a:p>
            <a:pPr lvl="0" rtl="0">
              <a:spcBef>
                <a:spcPts val="0"/>
              </a:spcBef>
              <a:buNone/>
            </a:pPr>
            <a:r>
              <a:rPr b="1" lang="en">
                <a:solidFill>
                  <a:schemeClr val="dk1"/>
                </a:solidFill>
              </a:rPr>
              <a:t>“research-like” jobs</a:t>
            </a:r>
          </a:p>
        </p:txBody>
      </p:sp>
      <p:sp>
        <p:nvSpPr>
          <p:cNvPr id="89" name="Shape 89"/>
          <p:cNvSpPr txBox="1"/>
          <p:nvPr/>
        </p:nvSpPr>
        <p:spPr>
          <a:xfrm>
            <a:off x="1583475" y="3283475"/>
            <a:ext cx="4526400" cy="349500"/>
          </a:xfrm>
          <a:prstGeom prst="rect">
            <a:avLst/>
          </a:prstGeom>
          <a:noFill/>
          <a:ln>
            <a:noFill/>
          </a:ln>
        </p:spPr>
        <p:txBody>
          <a:bodyPr anchorCtr="0" anchor="ctr" bIns="91425" lIns="91425" rIns="91425" tIns="91425">
            <a:noAutofit/>
          </a:bodyPr>
          <a:lstStyle/>
          <a:p>
            <a:pPr lvl="0">
              <a:spcBef>
                <a:spcPts val="0"/>
              </a:spcBef>
              <a:buNone/>
            </a:pPr>
            <a:r>
              <a:rPr b="1" lang="en">
                <a:solidFill>
                  <a:schemeClr val="dk1"/>
                </a:solidFill>
              </a:rPr>
              <a:t>companies turning research into product</a:t>
            </a:r>
          </a:p>
          <a:p>
            <a:pPr lvl="0" rtl="0">
              <a:spcBef>
                <a:spcPts val="0"/>
              </a:spcBef>
              <a:buNone/>
            </a:pPr>
            <a:r>
              <a:t/>
            </a:r>
            <a:endParaRPr>
              <a:solidFill>
                <a:schemeClr val="dk1"/>
              </a:solidFill>
            </a:endParaRPr>
          </a:p>
        </p:txBody>
      </p:sp>
      <p:sp>
        <p:nvSpPr>
          <p:cNvPr id="90" name="Shape 90"/>
          <p:cNvSpPr txBox="1"/>
          <p:nvPr/>
        </p:nvSpPr>
        <p:spPr>
          <a:xfrm>
            <a:off x="1076600" y="3528675"/>
            <a:ext cx="5385300" cy="342600"/>
          </a:xfrm>
          <a:prstGeom prst="rect">
            <a:avLst/>
          </a:prstGeom>
          <a:noFill/>
          <a:ln>
            <a:noFill/>
          </a:ln>
        </p:spPr>
        <p:txBody>
          <a:bodyPr anchorCtr="0" anchor="ctr" bIns="91425" lIns="91425" rIns="91425" tIns="91425">
            <a:noAutofit/>
          </a:bodyPr>
          <a:lstStyle/>
          <a:p>
            <a:pPr lvl="0" rtl="0">
              <a:spcBef>
                <a:spcPts val="0"/>
              </a:spcBef>
              <a:buNone/>
            </a:pPr>
            <a:r>
              <a:rPr b="1" lang="en">
                <a:solidFill>
                  <a:schemeClr val="dk1"/>
                </a:solidFill>
              </a:rPr>
              <a:t>companies that value skills learned as a researcher</a:t>
            </a:r>
          </a:p>
        </p:txBody>
      </p:sp>
      <p:sp>
        <p:nvSpPr>
          <p:cNvPr id="91" name="Shape 91"/>
          <p:cNvSpPr txBox="1"/>
          <p:nvPr/>
        </p:nvSpPr>
        <p:spPr>
          <a:xfrm>
            <a:off x="2924200" y="2346025"/>
            <a:ext cx="1508100" cy="121200"/>
          </a:xfrm>
          <a:prstGeom prst="rect">
            <a:avLst/>
          </a:prstGeom>
          <a:noFill/>
          <a:ln>
            <a:noFill/>
          </a:ln>
        </p:spPr>
        <p:txBody>
          <a:bodyPr anchorCtr="0" anchor="t" bIns="91425" lIns="91425" rIns="91425" tIns="91425">
            <a:noAutofit/>
          </a:bodyPr>
          <a:lstStyle/>
          <a:p>
            <a:pPr lvl="0" rtl="0">
              <a:spcBef>
                <a:spcPts val="0"/>
              </a:spcBef>
              <a:buNone/>
            </a:pPr>
            <a:r>
              <a:rPr b="1" lang="en"/>
              <a:t>r</a:t>
            </a:r>
            <a:r>
              <a:rPr b="1" lang="en"/>
              <a:t>esearch jobs</a:t>
            </a:r>
          </a:p>
        </p:txBody>
      </p:sp>
      <p:sp>
        <p:nvSpPr>
          <p:cNvPr id="92" name="Shape 92"/>
          <p:cNvSpPr txBox="1"/>
          <p:nvPr/>
        </p:nvSpPr>
        <p:spPr>
          <a:xfrm>
            <a:off x="4795375" y="2740400"/>
            <a:ext cx="3000000" cy="342600"/>
          </a:xfrm>
          <a:prstGeom prst="rect">
            <a:avLst/>
          </a:prstGeom>
          <a:noFill/>
          <a:ln>
            <a:noFill/>
          </a:ln>
        </p:spPr>
        <p:txBody>
          <a:bodyPr anchorCtr="0" anchor="ctr" bIns="91425" lIns="91425" rIns="91425" tIns="91425">
            <a:noAutofit/>
          </a:bodyPr>
          <a:lstStyle/>
          <a:p>
            <a:pPr lvl="0" rtl="0">
              <a:spcBef>
                <a:spcPts val="0"/>
              </a:spcBef>
              <a:buNone/>
            </a:pPr>
            <a:r>
              <a:rPr lang="en">
                <a:solidFill>
                  <a:schemeClr val="dk1"/>
                </a:solidFill>
              </a:rPr>
              <a:t>data scientist</a:t>
            </a:r>
          </a:p>
        </p:txBody>
      </p:sp>
      <p:sp>
        <p:nvSpPr>
          <p:cNvPr id="93" name="Shape 93"/>
          <p:cNvSpPr txBox="1"/>
          <p:nvPr/>
        </p:nvSpPr>
        <p:spPr>
          <a:xfrm>
            <a:off x="6155800" y="2731575"/>
            <a:ext cx="813000" cy="342600"/>
          </a:xfrm>
          <a:prstGeom prst="rect">
            <a:avLst/>
          </a:prstGeom>
          <a:noFill/>
          <a:ln>
            <a:noFill/>
          </a:ln>
        </p:spPr>
        <p:txBody>
          <a:bodyPr anchorCtr="0" anchor="ctr" bIns="91425" lIns="91425" rIns="91425" tIns="91425">
            <a:noAutofit/>
          </a:bodyPr>
          <a:lstStyle/>
          <a:p>
            <a:pPr lvl="0" rtl="0">
              <a:spcBef>
                <a:spcPts val="0"/>
              </a:spcBef>
              <a:buNone/>
            </a:pPr>
            <a:r>
              <a:rPr lang="en">
                <a:solidFill>
                  <a:schemeClr val="dk1"/>
                </a:solidFill>
              </a:rPr>
              <a:t>analyst</a:t>
            </a:r>
          </a:p>
        </p:txBody>
      </p:sp>
      <p:sp>
        <p:nvSpPr>
          <p:cNvPr id="94" name="Shape 94"/>
          <p:cNvSpPr txBox="1"/>
          <p:nvPr/>
        </p:nvSpPr>
        <p:spPr>
          <a:xfrm>
            <a:off x="5418075" y="3165162"/>
            <a:ext cx="3000000" cy="342600"/>
          </a:xfrm>
          <a:prstGeom prst="rect">
            <a:avLst/>
          </a:prstGeom>
          <a:noFill/>
          <a:ln>
            <a:noFill/>
          </a:ln>
        </p:spPr>
        <p:txBody>
          <a:bodyPr anchorCtr="0" anchor="ctr" bIns="91425" lIns="91425" rIns="91425" tIns="91425">
            <a:noAutofit/>
          </a:bodyPr>
          <a:lstStyle/>
          <a:p>
            <a:pPr lvl="0" rtl="0">
              <a:spcBef>
                <a:spcPts val="0"/>
              </a:spcBef>
              <a:buNone/>
            </a:pPr>
            <a:r>
              <a:rPr lang="en">
                <a:solidFill>
                  <a:schemeClr val="dk1"/>
                </a:solidFill>
              </a:rPr>
              <a:t>tech companies</a:t>
            </a:r>
          </a:p>
        </p:txBody>
      </p:sp>
      <p:sp>
        <p:nvSpPr>
          <p:cNvPr id="95" name="Shape 95"/>
          <p:cNvSpPr txBox="1"/>
          <p:nvPr/>
        </p:nvSpPr>
        <p:spPr>
          <a:xfrm>
            <a:off x="5691725" y="3513737"/>
            <a:ext cx="3000000" cy="342600"/>
          </a:xfrm>
          <a:prstGeom prst="rect">
            <a:avLst/>
          </a:prstGeom>
          <a:noFill/>
          <a:ln>
            <a:noFill/>
          </a:ln>
        </p:spPr>
        <p:txBody>
          <a:bodyPr anchorCtr="0" anchor="ctr" bIns="91425" lIns="91425" rIns="91425" tIns="91425">
            <a:noAutofit/>
          </a:bodyPr>
          <a:lstStyle/>
          <a:p>
            <a:pPr lvl="0" rtl="0">
              <a:spcBef>
                <a:spcPts val="0"/>
              </a:spcBef>
              <a:buNone/>
            </a:pPr>
            <a:r>
              <a:rPr lang="en">
                <a:solidFill>
                  <a:schemeClr val="dk1"/>
                </a:solidFill>
              </a:rPr>
              <a:t>way more than you think</a:t>
            </a:r>
          </a:p>
        </p:txBody>
      </p:sp>
      <p:sp>
        <p:nvSpPr>
          <p:cNvPr id="96" name="Shape 96"/>
          <p:cNvSpPr txBox="1"/>
          <p:nvPr/>
        </p:nvSpPr>
        <p:spPr>
          <a:xfrm>
            <a:off x="1202425" y="4196975"/>
            <a:ext cx="8520600" cy="342600"/>
          </a:xfrm>
          <a:prstGeom prst="rect">
            <a:avLst/>
          </a:prstGeom>
          <a:noFill/>
          <a:ln>
            <a:noFill/>
          </a:ln>
        </p:spPr>
        <p:txBody>
          <a:bodyPr anchorCtr="0" anchor="t" bIns="91425" lIns="91425" rIns="91425" tIns="91425">
            <a:noAutofit/>
          </a:bodyPr>
          <a:lstStyle/>
          <a:p>
            <a:pPr lvl="0">
              <a:spcBef>
                <a:spcPts val="0"/>
              </a:spcBef>
              <a:buNone/>
            </a:pPr>
            <a:r>
              <a:rPr lang="en"/>
              <a:t>* </a:t>
            </a:r>
            <a:r>
              <a:rPr lang="en"/>
              <a:t>Note, most of the world sees the world through the inverse of this diagram.</a:t>
            </a:r>
          </a:p>
        </p:txBody>
      </p:sp>
      <p:sp>
        <p:nvSpPr>
          <p:cNvPr id="97" name="Shape 97"/>
          <p:cNvSpPr txBox="1"/>
          <p:nvPr/>
        </p:nvSpPr>
        <p:spPr>
          <a:xfrm>
            <a:off x="6919925" y="3165175"/>
            <a:ext cx="1053000" cy="342600"/>
          </a:xfrm>
          <a:prstGeom prst="rect">
            <a:avLst/>
          </a:prstGeom>
          <a:noFill/>
          <a:ln>
            <a:noFill/>
          </a:ln>
        </p:spPr>
        <p:txBody>
          <a:bodyPr anchorCtr="0" anchor="ctr" bIns="91425" lIns="91425" rIns="91425" tIns="91425">
            <a:noAutofit/>
          </a:bodyPr>
          <a:lstStyle/>
          <a:p>
            <a:pPr lvl="0" rtl="0">
              <a:spcBef>
                <a:spcPts val="0"/>
              </a:spcBef>
              <a:buNone/>
            </a:pPr>
            <a:r>
              <a:rPr lang="en">
                <a:solidFill>
                  <a:schemeClr val="dk1"/>
                </a:solidFill>
              </a:rPr>
              <a:t>startups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1" name="Shape 101"/>
        <p:cNvGrpSpPr/>
        <p:nvPr/>
      </p:nvGrpSpPr>
      <p:grpSpPr>
        <a:xfrm>
          <a:off x="0" y="0"/>
          <a:ext cx="0" cy="0"/>
          <a:chOff x="0" y="0"/>
          <a:chExt cx="0" cy="0"/>
        </a:xfrm>
      </p:grpSpPr>
      <p:sp>
        <p:nvSpPr>
          <p:cNvPr id="102" name="Shape 102"/>
          <p:cNvSpPr txBox="1"/>
          <p:nvPr>
            <p:ph type="title"/>
          </p:nvPr>
        </p:nvSpPr>
        <p:spPr>
          <a:xfrm>
            <a:off x="311700" y="445025"/>
            <a:ext cx="8520600" cy="572700"/>
          </a:xfrm>
          <a:prstGeom prst="rect">
            <a:avLst/>
          </a:prstGeom>
        </p:spPr>
        <p:txBody>
          <a:bodyPr anchorCtr="0" anchor="t" bIns="91425" lIns="91425" rIns="91425" tIns="91425">
            <a:noAutofit/>
          </a:bodyPr>
          <a:lstStyle/>
          <a:p>
            <a:pPr lvl="0" rtl="0">
              <a:spcBef>
                <a:spcPts val="0"/>
              </a:spcBef>
              <a:buNone/>
            </a:pPr>
            <a:r>
              <a:rPr lang="en"/>
              <a:t>Immersion</a:t>
            </a:r>
          </a:p>
        </p:txBody>
      </p:sp>
      <p:pic>
        <p:nvPicPr>
          <p:cNvPr id="103" name="Shape 103"/>
          <p:cNvPicPr preferRelativeResize="0"/>
          <p:nvPr/>
        </p:nvPicPr>
        <p:blipFill>
          <a:blip r:embed="rId3">
            <a:alphaModFix/>
          </a:blip>
          <a:stretch>
            <a:fillRect/>
          </a:stretch>
        </p:blipFill>
        <p:spPr>
          <a:xfrm>
            <a:off x="1360350" y="1222727"/>
            <a:ext cx="2463775" cy="3725500"/>
          </a:xfrm>
          <a:prstGeom prst="rect">
            <a:avLst/>
          </a:prstGeom>
          <a:noFill/>
          <a:ln>
            <a:noFill/>
          </a:ln>
        </p:spPr>
      </p:pic>
      <p:pic>
        <p:nvPicPr>
          <p:cNvPr id="104" name="Shape 104"/>
          <p:cNvPicPr preferRelativeResize="0"/>
          <p:nvPr/>
        </p:nvPicPr>
        <p:blipFill>
          <a:blip r:embed="rId4">
            <a:alphaModFix/>
          </a:blip>
          <a:stretch>
            <a:fillRect/>
          </a:stretch>
        </p:blipFill>
        <p:spPr>
          <a:xfrm>
            <a:off x="4802948" y="1170150"/>
            <a:ext cx="2557300" cy="38306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8" name="Shape 108"/>
        <p:cNvGrpSpPr/>
        <p:nvPr/>
      </p:nvGrpSpPr>
      <p:grpSpPr>
        <a:xfrm>
          <a:off x="0" y="0"/>
          <a:ext cx="0" cy="0"/>
          <a:chOff x="0" y="0"/>
          <a:chExt cx="0" cy="0"/>
        </a:xfrm>
      </p:grpSpPr>
      <p:pic>
        <p:nvPicPr>
          <p:cNvPr id="109" name="Shape 109"/>
          <p:cNvPicPr preferRelativeResize="0"/>
          <p:nvPr/>
        </p:nvPicPr>
        <p:blipFill>
          <a:blip r:embed="rId3">
            <a:alphaModFix/>
          </a:blip>
          <a:stretch>
            <a:fillRect/>
          </a:stretch>
        </p:blipFill>
        <p:spPr>
          <a:xfrm>
            <a:off x="2066350" y="673625"/>
            <a:ext cx="4839529" cy="4509575"/>
          </a:xfrm>
          <a:prstGeom prst="rect">
            <a:avLst/>
          </a:prstGeom>
          <a:noFill/>
          <a:ln>
            <a:noFill/>
          </a:ln>
        </p:spPr>
      </p:pic>
      <p:sp>
        <p:nvSpPr>
          <p:cNvPr id="110" name="Shape 110"/>
          <p:cNvSpPr txBox="1"/>
          <p:nvPr>
            <p:ph type="title"/>
          </p:nvPr>
        </p:nvSpPr>
        <p:spPr>
          <a:xfrm>
            <a:off x="311700" y="445025"/>
            <a:ext cx="8520600" cy="572700"/>
          </a:xfrm>
          <a:prstGeom prst="rect">
            <a:avLst/>
          </a:prstGeom>
        </p:spPr>
        <p:txBody>
          <a:bodyPr anchorCtr="0" anchor="t" bIns="91425" lIns="91425" rIns="91425" tIns="91425">
            <a:noAutofit/>
          </a:bodyPr>
          <a:lstStyle/>
          <a:p>
            <a:pPr lvl="0" rtl="0">
              <a:spcBef>
                <a:spcPts val="0"/>
              </a:spcBef>
              <a:buNone/>
            </a:pPr>
            <a:r>
              <a:rPr lang="en"/>
              <a:t>Decisions</a:t>
            </a:r>
          </a:p>
        </p:txBody>
      </p:sp>
      <p:sp>
        <p:nvSpPr>
          <p:cNvPr id="111" name="Shape 111"/>
          <p:cNvSpPr txBox="1"/>
          <p:nvPr/>
        </p:nvSpPr>
        <p:spPr>
          <a:xfrm>
            <a:off x="5729600" y="3867300"/>
            <a:ext cx="3000000" cy="473700"/>
          </a:xfrm>
          <a:prstGeom prst="rect">
            <a:avLst/>
          </a:prstGeom>
          <a:noFill/>
          <a:ln>
            <a:noFill/>
          </a:ln>
        </p:spPr>
        <p:txBody>
          <a:bodyPr anchorCtr="0" anchor="ctr" bIns="91425" lIns="91425" rIns="91425" tIns="91425">
            <a:noAutofit/>
          </a:bodyPr>
          <a:lstStyle/>
          <a:p>
            <a:pPr lvl="0" rtl="0">
              <a:spcBef>
                <a:spcPts val="0"/>
              </a:spcBef>
              <a:buNone/>
            </a:pPr>
            <a:r>
              <a:rPr lang="en"/>
              <a:t>http://dabacon.org/pontiff/?p=10176</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5" name="Shape 115"/>
        <p:cNvGrpSpPr/>
        <p:nvPr/>
      </p:nvGrpSpPr>
      <p:grpSpPr>
        <a:xfrm>
          <a:off x="0" y="0"/>
          <a:ext cx="0" cy="0"/>
          <a:chOff x="0" y="0"/>
          <a:chExt cx="0" cy="0"/>
        </a:xfrm>
      </p:grpSpPr>
      <p:sp>
        <p:nvSpPr>
          <p:cNvPr id="116" name="Shape 116"/>
          <p:cNvSpPr txBox="1"/>
          <p:nvPr>
            <p:ph type="title"/>
          </p:nvPr>
        </p:nvSpPr>
        <p:spPr>
          <a:xfrm>
            <a:off x="311700" y="292625"/>
            <a:ext cx="8520600" cy="572700"/>
          </a:xfrm>
          <a:prstGeom prst="rect">
            <a:avLst/>
          </a:prstGeom>
        </p:spPr>
        <p:txBody>
          <a:bodyPr anchorCtr="0" anchor="t" bIns="91425" lIns="91425" rIns="91425" tIns="91425">
            <a:noAutofit/>
          </a:bodyPr>
          <a:lstStyle/>
          <a:p>
            <a:pPr lvl="0" rtl="0">
              <a:spcBef>
                <a:spcPts val="0"/>
              </a:spcBef>
              <a:buNone/>
            </a:pPr>
            <a:r>
              <a:rPr lang="en"/>
              <a:t>Transitions</a:t>
            </a:r>
          </a:p>
        </p:txBody>
      </p:sp>
      <p:sp>
        <p:nvSpPr>
          <p:cNvPr id="117" name="Shape 117"/>
          <p:cNvSpPr txBox="1"/>
          <p:nvPr/>
        </p:nvSpPr>
        <p:spPr>
          <a:xfrm>
            <a:off x="898800" y="1156625"/>
            <a:ext cx="7346400" cy="3000000"/>
          </a:xfrm>
          <a:prstGeom prst="rect">
            <a:avLst/>
          </a:prstGeom>
          <a:noFill/>
          <a:ln>
            <a:noFill/>
          </a:ln>
        </p:spPr>
        <p:txBody>
          <a:bodyPr anchorCtr="0" anchor="ctr" bIns="91425" lIns="91425" rIns="91425" tIns="91425">
            <a:noAutofit/>
          </a:bodyPr>
          <a:lstStyle/>
          <a:p>
            <a:pPr lvl="0" rtl="0">
              <a:spcBef>
                <a:spcPts val="0"/>
              </a:spcBef>
              <a:buNone/>
            </a:pPr>
            <a:r>
              <a:rPr lang="en" sz="1600">
                <a:solidFill>
                  <a:srgbClr val="444444"/>
                </a:solidFill>
                <a:highlight>
                  <a:srgbClr val="FFFFFF"/>
                </a:highlight>
              </a:rPr>
              <a:t>Twenty years he persisted in that controlled hallucination, but one morning he was overcome by the surfeit and the horror of being so many kings who die by the sword and so many unhappy lovers who converge, diverge, and melodiously agonize. That same day he disposed of his theater. Before a week was out he had returned to the village of his birth, where he recovered the trees and the river of his childhood; and he did not bind them to those others his muse had celebrated, those made illustrious by mythological allusions and Latin phrases. He had to be someone; he became a retired impresario who has made his fortune and who interests himself in loans, lawsuits, and petty usury. In this character he dictated the arid final will and testament that we know, deliberately excluding from it every trace of emotion and of literature. Friends from London used to visit his retreat, and for them he would take on again the role of poet.</a:t>
            </a:r>
          </a:p>
        </p:txBody>
      </p:sp>
      <p:sp>
        <p:nvSpPr>
          <p:cNvPr id="118" name="Shape 118"/>
          <p:cNvSpPr txBox="1"/>
          <p:nvPr/>
        </p:nvSpPr>
        <p:spPr>
          <a:xfrm>
            <a:off x="3422625" y="4252600"/>
            <a:ext cx="4556700" cy="383400"/>
          </a:xfrm>
          <a:prstGeom prst="rect">
            <a:avLst/>
          </a:prstGeom>
          <a:noFill/>
          <a:ln>
            <a:noFill/>
          </a:ln>
        </p:spPr>
        <p:txBody>
          <a:bodyPr anchorCtr="0" anchor="ctr" bIns="91425" lIns="91425" rIns="91425" tIns="91425">
            <a:noAutofit/>
          </a:bodyPr>
          <a:lstStyle/>
          <a:p>
            <a:pPr lvl="0" rtl="0">
              <a:spcBef>
                <a:spcPts val="0"/>
              </a:spcBef>
              <a:buNone/>
            </a:pPr>
            <a:r>
              <a:rPr lang="en" sz="1600">
                <a:solidFill>
                  <a:srgbClr val="444444"/>
                </a:solidFill>
                <a:highlight>
                  <a:srgbClr val="FFFFFF"/>
                </a:highlight>
              </a:rPr>
              <a:t>Everything and Nothing - Jorge Luis Borges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2" name="Shape 122"/>
        <p:cNvGrpSpPr/>
        <p:nvPr/>
      </p:nvGrpSpPr>
      <p:grpSpPr>
        <a:xfrm>
          <a:off x="0" y="0"/>
          <a:ext cx="0" cy="0"/>
          <a:chOff x="0" y="0"/>
          <a:chExt cx="0" cy="0"/>
        </a:xfrm>
      </p:grpSpPr>
      <p:sp>
        <p:nvSpPr>
          <p:cNvPr id="123" name="Shape 123"/>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t>Transitioned</a:t>
            </a:r>
          </a:p>
        </p:txBody>
      </p:sp>
      <p:sp>
        <p:nvSpPr>
          <p:cNvPr id="124" name="Shape 124"/>
          <p:cNvSpPr txBox="1"/>
          <p:nvPr/>
        </p:nvSpPr>
        <p:spPr>
          <a:xfrm>
            <a:off x="515375" y="1102775"/>
            <a:ext cx="5264700" cy="1687500"/>
          </a:xfrm>
          <a:prstGeom prst="rect">
            <a:avLst/>
          </a:prstGeom>
          <a:noFill/>
          <a:ln>
            <a:noFill/>
          </a:ln>
        </p:spPr>
        <p:txBody>
          <a:bodyPr anchorCtr="0" anchor="t" bIns="91425" lIns="91425" rIns="91425" tIns="91425">
            <a:noAutofit/>
          </a:bodyPr>
          <a:lstStyle/>
          <a:p>
            <a:pPr indent="-330200" lvl="0" marL="457200">
              <a:spcBef>
                <a:spcPts val="0"/>
              </a:spcBef>
              <a:buSzPct val="100000"/>
              <a:buChar char="●"/>
            </a:pPr>
            <a:r>
              <a:rPr lang="en" sz="1600"/>
              <a:t>Fulfilling</a:t>
            </a:r>
          </a:p>
          <a:p>
            <a:pPr indent="-330200" lvl="0" marL="457200">
              <a:spcBef>
                <a:spcPts val="0"/>
              </a:spcBef>
              <a:buSzPct val="100000"/>
              <a:buChar char="●"/>
            </a:pPr>
            <a:r>
              <a:rPr lang="en" sz="1600"/>
              <a:t>Impactful</a:t>
            </a:r>
          </a:p>
          <a:p>
            <a:pPr indent="-330200" lvl="0" marL="457200" rtl="0">
              <a:spcBef>
                <a:spcPts val="0"/>
              </a:spcBef>
              <a:buSzPct val="100000"/>
              <a:buChar char="●"/>
            </a:pPr>
            <a:r>
              <a:rPr lang="en" sz="1600"/>
              <a:t>Fun</a:t>
            </a:r>
          </a:p>
          <a:p>
            <a:pPr lvl="0">
              <a:spcBef>
                <a:spcPts val="0"/>
              </a:spcBef>
              <a:buNone/>
            </a:pPr>
            <a:r>
              <a:t/>
            </a:r>
            <a:endParaRPr sz="1600"/>
          </a:p>
          <a:p>
            <a:pPr lvl="0">
              <a:spcBef>
                <a:spcPts val="0"/>
              </a:spcBef>
              <a:buNone/>
            </a:pPr>
            <a:r>
              <a:t/>
            </a:r>
            <a:endParaRPr sz="1600"/>
          </a:p>
          <a:p>
            <a:pPr lvl="0">
              <a:spcBef>
                <a:spcPts val="0"/>
              </a:spcBef>
              <a:buNone/>
            </a:pPr>
            <a:r>
              <a:t/>
            </a:r>
            <a:endParaRPr sz="1600"/>
          </a:p>
          <a:p>
            <a:pPr lvl="0" rtl="0">
              <a:spcBef>
                <a:spcPts val="0"/>
              </a:spcBef>
              <a:buNone/>
            </a:pPr>
            <a:r>
              <a:t/>
            </a:r>
            <a:endParaRPr sz="1600"/>
          </a:p>
          <a:p>
            <a:pPr indent="-330200" lvl="0" marL="457200" rtl="0">
              <a:spcBef>
                <a:spcPts val="0"/>
              </a:spcBef>
              <a:buSzPct val="100000"/>
              <a:buChar char="●"/>
            </a:pPr>
            <a:r>
              <a:rPr lang="en" sz="1600"/>
              <a:t>Boss</a:t>
            </a:r>
          </a:p>
          <a:p>
            <a:pPr indent="-330200" lvl="0" marL="457200" rtl="0">
              <a:spcBef>
                <a:spcPts val="0"/>
              </a:spcBef>
              <a:buSzPct val="100000"/>
              <a:buChar char="●"/>
            </a:pPr>
            <a:r>
              <a:rPr lang="en" sz="1600"/>
              <a:t>Direction</a:t>
            </a:r>
          </a:p>
          <a:p>
            <a:pPr indent="-330200" lvl="0" marL="457200" rtl="0">
              <a:spcBef>
                <a:spcPts val="0"/>
              </a:spcBef>
              <a:buSzPct val="100000"/>
              <a:buChar char="●"/>
            </a:pPr>
            <a:r>
              <a:rPr lang="en" sz="1600"/>
              <a:t>Actual Job</a:t>
            </a:r>
          </a:p>
          <a:p>
            <a:pPr lvl="0">
              <a:spcBef>
                <a:spcPts val="0"/>
              </a:spcBef>
              <a:buNone/>
            </a:pPr>
            <a:r>
              <a:t/>
            </a:r>
            <a:endParaRPr sz="1600"/>
          </a:p>
        </p:txBody>
      </p:sp>
      <p:pic>
        <p:nvPicPr>
          <p:cNvPr id="125" name="Shape 125"/>
          <p:cNvPicPr preferRelativeResize="0"/>
          <p:nvPr/>
        </p:nvPicPr>
        <p:blipFill>
          <a:blip r:embed="rId3">
            <a:alphaModFix/>
          </a:blip>
          <a:stretch>
            <a:fillRect/>
          </a:stretch>
        </p:blipFill>
        <p:spPr>
          <a:xfrm>
            <a:off x="2979624" y="2556299"/>
            <a:ext cx="1960972" cy="1760803"/>
          </a:xfrm>
          <a:prstGeom prst="rect">
            <a:avLst/>
          </a:prstGeom>
          <a:noFill/>
          <a:ln>
            <a:noFill/>
          </a:ln>
        </p:spPr>
      </p:pic>
      <p:pic>
        <p:nvPicPr>
          <p:cNvPr id="126" name="Shape 126"/>
          <p:cNvPicPr preferRelativeResize="0"/>
          <p:nvPr/>
        </p:nvPicPr>
        <p:blipFill>
          <a:blip r:embed="rId4">
            <a:alphaModFix/>
          </a:blip>
          <a:stretch>
            <a:fillRect/>
          </a:stretch>
        </p:blipFill>
        <p:spPr>
          <a:xfrm>
            <a:off x="3072425" y="1112262"/>
            <a:ext cx="1605855" cy="12043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0" name="Shape 130"/>
        <p:cNvGrpSpPr/>
        <p:nvPr/>
      </p:nvGrpSpPr>
      <p:grpSpPr>
        <a:xfrm>
          <a:off x="0" y="0"/>
          <a:ext cx="0" cy="0"/>
          <a:chOff x="0" y="0"/>
          <a:chExt cx="0" cy="0"/>
        </a:xfrm>
      </p:grpSpPr>
      <p:pic>
        <p:nvPicPr>
          <p:cNvPr id="131" name="Shape 131"/>
          <p:cNvPicPr preferRelativeResize="0"/>
          <p:nvPr/>
        </p:nvPicPr>
        <p:blipFill>
          <a:blip r:embed="rId3">
            <a:alphaModFix/>
          </a:blip>
          <a:stretch>
            <a:fillRect/>
          </a:stretch>
        </p:blipFill>
        <p:spPr>
          <a:xfrm>
            <a:off x="2740" y="0"/>
            <a:ext cx="9138519" cy="5143499"/>
          </a:xfrm>
          <a:prstGeom prst="rect">
            <a:avLst/>
          </a:prstGeom>
          <a:noFill/>
          <a:ln>
            <a:noFill/>
          </a:ln>
        </p:spPr>
      </p:pic>
      <p:sp>
        <p:nvSpPr>
          <p:cNvPr id="132" name="Shape 132"/>
          <p:cNvSpPr txBox="1"/>
          <p:nvPr>
            <p:ph type="title"/>
          </p:nvPr>
        </p:nvSpPr>
        <p:spPr>
          <a:xfrm>
            <a:off x="231350" y="4287950"/>
            <a:ext cx="2680200" cy="572700"/>
          </a:xfrm>
          <a:prstGeom prst="rect">
            <a:avLst/>
          </a:prstGeom>
        </p:spPr>
        <p:txBody>
          <a:bodyPr anchorCtr="0" anchor="t" bIns="91425" lIns="91425" rIns="91425" tIns="91425">
            <a:noAutofit/>
          </a:bodyPr>
          <a:lstStyle/>
          <a:p>
            <a:pPr lvl="0">
              <a:spcBef>
                <a:spcPts val="0"/>
              </a:spcBef>
              <a:buNone/>
            </a:pPr>
            <a:r>
              <a:rPr lang="en">
                <a:solidFill>
                  <a:srgbClr val="FFFFFF"/>
                </a:solidFill>
              </a:rPr>
              <a:t>Thank You</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